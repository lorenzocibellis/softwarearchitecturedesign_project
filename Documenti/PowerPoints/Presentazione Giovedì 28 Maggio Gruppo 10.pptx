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8"/>
  </p:notesMasterIdLst>
  <p:sldIdLst>
    <p:sldId id="256" r:id="rId2"/>
    <p:sldId id="258" r:id="rId3"/>
    <p:sldId id="261" r:id="rId4"/>
    <p:sldId id="257" r:id="rId5"/>
    <p:sldId id="259" r:id="rId6"/>
    <p:sldId id="262" r:id="rId7"/>
  </p:sldIdLst>
  <p:sldSz cx="9144000" cy="5143500" type="screen16x9"/>
  <p:notesSz cx="6858000" cy="9144000"/>
  <p:embeddedFontLst>
    <p:embeddedFont>
      <p:font typeface="Bebas Neue" panose="020B0606020202050201" pitchFamily="34" charset="0"/>
      <p:regular r:id="rId9"/>
    </p:embeddedFont>
    <p:embeddedFont>
      <p:font typeface="Fredoka One" panose="02000000000000000000" pitchFamily="2" charset="0"/>
      <p:regular r:id="rId10"/>
    </p:embeddedFont>
    <p:embeddedFont>
      <p:font typeface="Nunito" pitchFamily="2" charset="0"/>
      <p:regular r:id="rId11"/>
      <p:bold r:id="rId12"/>
      <p:italic r:id="rId13"/>
      <p:boldItalic r:id="rId14"/>
    </p:embeddedFont>
    <p:embeddedFont>
      <p:font typeface="Roboto Condensed Light" panose="02000000000000000000" pitchFamily="2" charset="0"/>
      <p:regular r:id="rId15"/>
      <p: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9F5FCF"/>
    <a:srgbClr val="4BCE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1D67D28-5610-461F-81A8-55F6A26A2C11}">
  <a:tblStyle styleId="{91D67D28-5610-461F-81A8-55F6A26A2C1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666" y="18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3" name="Google Shape;2303;gdf203c47cd_0_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4" name="Google Shape;2304;gdf203c47cd_0_1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7" name="Google Shape;2387;g99f2f57a71_0_1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8" name="Google Shape;2388;g99f2f57a71_0_1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1" name="Google Shape;2381;g99f2f57a7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2" name="Google Shape;2382;g99f2f57a7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3" name="Google Shape;2393;g99f2f57a71_0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4" name="Google Shape;2394;g99f2f57a71_0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25142" y="4750432"/>
            <a:ext cx="467704" cy="604119"/>
            <a:chOff x="-1381427" y="4599887"/>
            <a:chExt cx="616535" cy="796360"/>
          </a:xfrm>
        </p:grpSpPr>
        <p:sp>
          <p:nvSpPr>
            <p:cNvPr id="11" name="Google Shape;11;p2"/>
            <p:cNvSpPr/>
            <p:nvPr/>
          </p:nvSpPr>
          <p:spPr>
            <a:xfrm>
              <a:off x="-1381427" y="4960888"/>
              <a:ext cx="174065" cy="134169"/>
            </a:xfrm>
            <a:custGeom>
              <a:avLst/>
              <a:gdLst/>
              <a:ahLst/>
              <a:cxnLst/>
              <a:rect l="l" t="t" r="r" b="b"/>
              <a:pathLst>
                <a:path w="2692" h="2075" extrusionOk="0">
                  <a:moveTo>
                    <a:pt x="1314" y="1"/>
                  </a:moveTo>
                  <a:cubicBezTo>
                    <a:pt x="649" y="1"/>
                    <a:pt x="88" y="396"/>
                    <a:pt x="51" y="927"/>
                  </a:cubicBezTo>
                  <a:cubicBezTo>
                    <a:pt x="0" y="1491"/>
                    <a:pt x="538" y="2004"/>
                    <a:pt x="1256" y="2068"/>
                  </a:cubicBezTo>
                  <a:cubicBezTo>
                    <a:pt x="1306" y="2072"/>
                    <a:pt x="1355" y="2075"/>
                    <a:pt x="1403" y="2075"/>
                  </a:cubicBezTo>
                  <a:cubicBezTo>
                    <a:pt x="2056" y="2075"/>
                    <a:pt x="2592" y="1683"/>
                    <a:pt x="2640" y="1158"/>
                  </a:cubicBezTo>
                  <a:cubicBezTo>
                    <a:pt x="2691" y="581"/>
                    <a:pt x="2153" y="69"/>
                    <a:pt x="1435" y="5"/>
                  </a:cubicBezTo>
                  <a:cubicBezTo>
                    <a:pt x="1395" y="2"/>
                    <a:pt x="1354" y="1"/>
                    <a:pt x="1314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-1381427" y="4957849"/>
              <a:ext cx="174065" cy="140959"/>
            </a:xfrm>
            <a:custGeom>
              <a:avLst/>
              <a:gdLst/>
              <a:ahLst/>
              <a:cxnLst/>
              <a:rect l="l" t="t" r="r" b="b"/>
              <a:pathLst>
                <a:path w="2692" h="2180" fill="none" extrusionOk="0">
                  <a:moveTo>
                    <a:pt x="2640" y="1205"/>
                  </a:moveTo>
                  <a:cubicBezTo>
                    <a:pt x="2589" y="1769"/>
                    <a:pt x="1974" y="2179"/>
                    <a:pt x="1256" y="2115"/>
                  </a:cubicBezTo>
                  <a:cubicBezTo>
                    <a:pt x="538" y="2051"/>
                    <a:pt x="0" y="1538"/>
                    <a:pt x="51" y="974"/>
                  </a:cubicBezTo>
                  <a:cubicBezTo>
                    <a:pt x="90" y="411"/>
                    <a:pt x="718" y="1"/>
                    <a:pt x="1435" y="52"/>
                  </a:cubicBezTo>
                  <a:cubicBezTo>
                    <a:pt x="2153" y="116"/>
                    <a:pt x="2691" y="628"/>
                    <a:pt x="2640" y="1205"/>
                  </a:cubicBez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dk2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-1098925" y="5259039"/>
              <a:ext cx="174065" cy="134169"/>
            </a:xfrm>
            <a:custGeom>
              <a:avLst/>
              <a:gdLst/>
              <a:ahLst/>
              <a:cxnLst/>
              <a:rect l="l" t="t" r="r" b="b"/>
              <a:pathLst>
                <a:path w="2692" h="2075" extrusionOk="0">
                  <a:moveTo>
                    <a:pt x="1289" y="0"/>
                  </a:moveTo>
                  <a:cubicBezTo>
                    <a:pt x="636" y="0"/>
                    <a:pt x="100" y="392"/>
                    <a:pt x="52" y="917"/>
                  </a:cubicBezTo>
                  <a:cubicBezTo>
                    <a:pt x="1" y="1493"/>
                    <a:pt x="539" y="2006"/>
                    <a:pt x="1257" y="2070"/>
                  </a:cubicBezTo>
                  <a:cubicBezTo>
                    <a:pt x="1297" y="2073"/>
                    <a:pt x="1338" y="2074"/>
                    <a:pt x="1378" y="2074"/>
                  </a:cubicBezTo>
                  <a:cubicBezTo>
                    <a:pt x="2044" y="2074"/>
                    <a:pt x="2605" y="1679"/>
                    <a:pt x="2653" y="1148"/>
                  </a:cubicBezTo>
                  <a:cubicBezTo>
                    <a:pt x="2692" y="584"/>
                    <a:pt x="2154" y="71"/>
                    <a:pt x="1436" y="7"/>
                  </a:cubicBezTo>
                  <a:cubicBezTo>
                    <a:pt x="1386" y="3"/>
                    <a:pt x="1337" y="0"/>
                    <a:pt x="1289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-1098925" y="5255289"/>
              <a:ext cx="174065" cy="140959"/>
            </a:xfrm>
            <a:custGeom>
              <a:avLst/>
              <a:gdLst/>
              <a:ahLst/>
              <a:cxnLst/>
              <a:rect l="l" t="t" r="r" b="b"/>
              <a:pathLst>
                <a:path w="2692" h="2180" fill="none" extrusionOk="0">
                  <a:moveTo>
                    <a:pt x="2653" y="1206"/>
                  </a:moveTo>
                  <a:cubicBezTo>
                    <a:pt x="2602" y="1769"/>
                    <a:pt x="1974" y="2179"/>
                    <a:pt x="1257" y="2128"/>
                  </a:cubicBezTo>
                  <a:cubicBezTo>
                    <a:pt x="539" y="2064"/>
                    <a:pt x="1" y="1551"/>
                    <a:pt x="52" y="975"/>
                  </a:cubicBezTo>
                  <a:cubicBezTo>
                    <a:pt x="103" y="411"/>
                    <a:pt x="718" y="1"/>
                    <a:pt x="1436" y="65"/>
                  </a:cubicBezTo>
                  <a:cubicBezTo>
                    <a:pt x="2154" y="129"/>
                    <a:pt x="2692" y="642"/>
                    <a:pt x="2653" y="1206"/>
                  </a:cubicBez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dk2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-1214926" y="4599887"/>
              <a:ext cx="450034" cy="748310"/>
            </a:xfrm>
            <a:custGeom>
              <a:avLst/>
              <a:gdLst/>
              <a:ahLst/>
              <a:cxnLst/>
              <a:rect l="l" t="t" r="r" b="b"/>
              <a:pathLst>
                <a:path w="6960" h="11573" fill="none" extrusionOk="0">
                  <a:moveTo>
                    <a:pt x="1" y="6972"/>
                  </a:moveTo>
                  <a:lnTo>
                    <a:pt x="2897" y="1"/>
                  </a:lnTo>
                  <a:lnTo>
                    <a:pt x="6959" y="4537"/>
                  </a:lnTo>
                  <a:lnTo>
                    <a:pt x="4383" y="11572"/>
                  </a:lnTo>
                </a:path>
              </a:pathLst>
            </a:custGeom>
            <a:solidFill>
              <a:schemeClr val="dk2"/>
            </a:solidFill>
            <a:ln w="2857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-1066594" y="4694357"/>
              <a:ext cx="262714" cy="303320"/>
            </a:xfrm>
            <a:custGeom>
              <a:avLst/>
              <a:gdLst/>
              <a:ahLst/>
              <a:cxnLst/>
              <a:rect l="l" t="t" r="r" b="b"/>
              <a:pathLst>
                <a:path w="4063" h="4691" fill="none" extrusionOk="0">
                  <a:moveTo>
                    <a:pt x="1" y="1"/>
                  </a:moveTo>
                  <a:lnTo>
                    <a:pt x="4063" y="4691"/>
                  </a:lnTo>
                </a:path>
              </a:pathLst>
            </a:custGeom>
            <a:solidFill>
              <a:schemeClr val="dk2"/>
            </a:solidFill>
            <a:ln w="2857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" name="Google Shape;17;p2"/>
          <p:cNvSpPr/>
          <p:nvPr/>
        </p:nvSpPr>
        <p:spPr>
          <a:xfrm>
            <a:off x="545532" y="-138625"/>
            <a:ext cx="8132050" cy="5881692"/>
          </a:xfrm>
          <a:custGeom>
            <a:avLst/>
            <a:gdLst/>
            <a:ahLst/>
            <a:cxnLst/>
            <a:rect l="l" t="t" r="r" b="b"/>
            <a:pathLst>
              <a:path w="197057" h="142526" extrusionOk="0">
                <a:moveTo>
                  <a:pt x="178150" y="100975"/>
                </a:moveTo>
                <a:cubicBezTo>
                  <a:pt x="175293" y="92768"/>
                  <a:pt x="176083" y="83740"/>
                  <a:pt x="177572" y="75199"/>
                </a:cubicBezTo>
                <a:cubicBezTo>
                  <a:pt x="179092" y="66628"/>
                  <a:pt x="181311" y="58087"/>
                  <a:pt x="181189" y="49393"/>
                </a:cubicBezTo>
                <a:cubicBezTo>
                  <a:pt x="181007" y="35199"/>
                  <a:pt x="174198" y="21186"/>
                  <a:pt x="163074" y="12341"/>
                </a:cubicBezTo>
                <a:cubicBezTo>
                  <a:pt x="151949" y="3496"/>
                  <a:pt x="136751" y="1"/>
                  <a:pt x="122891" y="3223"/>
                </a:cubicBezTo>
                <a:cubicBezTo>
                  <a:pt x="114167" y="5259"/>
                  <a:pt x="105930" y="9818"/>
                  <a:pt x="96963" y="10183"/>
                </a:cubicBezTo>
                <a:cubicBezTo>
                  <a:pt x="87723" y="10578"/>
                  <a:pt x="78969" y="6505"/>
                  <a:pt x="69911" y="4834"/>
                </a:cubicBezTo>
                <a:cubicBezTo>
                  <a:pt x="48360" y="882"/>
                  <a:pt x="25260" y="11703"/>
                  <a:pt x="13223" y="30001"/>
                </a:cubicBezTo>
                <a:cubicBezTo>
                  <a:pt x="1156" y="48299"/>
                  <a:pt x="1" y="72828"/>
                  <a:pt x="8846" y="92859"/>
                </a:cubicBezTo>
                <a:cubicBezTo>
                  <a:pt x="17661" y="112920"/>
                  <a:pt x="35746" y="128300"/>
                  <a:pt x="56446" y="135413"/>
                </a:cubicBezTo>
                <a:cubicBezTo>
                  <a:pt x="77175" y="142526"/>
                  <a:pt x="100215" y="141705"/>
                  <a:pt x="121006" y="134775"/>
                </a:cubicBezTo>
                <a:cubicBezTo>
                  <a:pt x="131189" y="131370"/>
                  <a:pt x="140885" y="126568"/>
                  <a:pt x="151219" y="123650"/>
                </a:cubicBezTo>
                <a:cubicBezTo>
                  <a:pt x="161554" y="120732"/>
                  <a:pt x="172952" y="119790"/>
                  <a:pt x="182800" y="124136"/>
                </a:cubicBezTo>
                <a:lnTo>
                  <a:pt x="197056" y="116628"/>
                </a:lnTo>
                <a:cubicBezTo>
                  <a:pt x="188363" y="116385"/>
                  <a:pt x="181007" y="109212"/>
                  <a:pt x="178150" y="100975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" name="Google Shape;18;p2"/>
          <p:cNvGrpSpPr/>
          <p:nvPr/>
        </p:nvGrpSpPr>
        <p:grpSpPr>
          <a:xfrm rot="1969864">
            <a:off x="2466621" y="-1595073"/>
            <a:ext cx="3617692" cy="2877927"/>
            <a:chOff x="-1221177" y="-856963"/>
            <a:chExt cx="3089277" cy="2457565"/>
          </a:xfrm>
        </p:grpSpPr>
        <p:sp>
          <p:nvSpPr>
            <p:cNvPr id="19" name="Google Shape;19;p2"/>
            <p:cNvSpPr/>
            <p:nvPr/>
          </p:nvSpPr>
          <p:spPr>
            <a:xfrm>
              <a:off x="-1221177" y="-564373"/>
              <a:ext cx="3089277" cy="2164975"/>
            </a:xfrm>
            <a:custGeom>
              <a:avLst/>
              <a:gdLst/>
              <a:ahLst/>
              <a:cxnLst/>
              <a:rect l="l" t="t" r="r" b="b"/>
              <a:pathLst>
                <a:path w="65482" h="45890" fill="none" extrusionOk="0">
                  <a:moveTo>
                    <a:pt x="0" y="40751"/>
                  </a:moveTo>
                  <a:cubicBezTo>
                    <a:pt x="18837" y="45889"/>
                    <a:pt x="46927" y="45492"/>
                    <a:pt x="60600" y="14866"/>
                  </a:cubicBezTo>
                  <a:cubicBezTo>
                    <a:pt x="63047" y="9381"/>
                    <a:pt x="65482" y="1"/>
                    <a:pt x="65482" y="1"/>
                  </a:cubicBezTo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-1050729" y="-637497"/>
              <a:ext cx="2826970" cy="2014998"/>
            </a:xfrm>
            <a:custGeom>
              <a:avLst/>
              <a:gdLst/>
              <a:ahLst/>
              <a:cxnLst/>
              <a:rect l="l" t="t" r="r" b="b"/>
              <a:pathLst>
                <a:path w="59922" h="42711" fill="none" extrusionOk="0">
                  <a:moveTo>
                    <a:pt x="1" y="38610"/>
                  </a:moveTo>
                  <a:cubicBezTo>
                    <a:pt x="16980" y="42711"/>
                    <a:pt x="41814" y="41878"/>
                    <a:pt x="54885" y="14519"/>
                  </a:cubicBezTo>
                  <a:cubicBezTo>
                    <a:pt x="57474" y="9099"/>
                    <a:pt x="59921" y="0"/>
                    <a:pt x="59921" y="0"/>
                  </a:cubicBezTo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-880847" y="-710668"/>
              <a:ext cx="2564569" cy="1865729"/>
            </a:xfrm>
            <a:custGeom>
              <a:avLst/>
              <a:gdLst/>
              <a:ahLst/>
              <a:cxnLst/>
              <a:rect l="l" t="t" r="r" b="b"/>
              <a:pathLst>
                <a:path w="54360" h="39547" fill="none" extrusionOk="0">
                  <a:moveTo>
                    <a:pt x="1" y="36483"/>
                  </a:moveTo>
                  <a:cubicBezTo>
                    <a:pt x="15134" y="39546"/>
                    <a:pt x="36817" y="38303"/>
                    <a:pt x="49195" y="14186"/>
                  </a:cubicBezTo>
                  <a:cubicBezTo>
                    <a:pt x="51938" y="8830"/>
                    <a:pt x="54360" y="1"/>
                    <a:pt x="54360" y="1"/>
                  </a:cubicBezTo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-710353" y="-783792"/>
              <a:ext cx="2302168" cy="1715751"/>
            </a:xfrm>
            <a:custGeom>
              <a:avLst/>
              <a:gdLst/>
              <a:ahLst/>
              <a:cxnLst/>
              <a:rect l="l" t="t" r="r" b="b"/>
              <a:pathLst>
                <a:path w="48798" h="36368" fill="none" extrusionOk="0">
                  <a:moveTo>
                    <a:pt x="0" y="34356"/>
                  </a:moveTo>
                  <a:cubicBezTo>
                    <a:pt x="13276" y="36368"/>
                    <a:pt x="31883" y="34766"/>
                    <a:pt x="43480" y="13853"/>
                  </a:cubicBezTo>
                  <a:cubicBezTo>
                    <a:pt x="46401" y="8573"/>
                    <a:pt x="48798" y="0"/>
                    <a:pt x="48798" y="0"/>
                  </a:cubicBezTo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-540471" y="-856963"/>
              <a:ext cx="2040380" cy="1565868"/>
            </a:xfrm>
            <a:custGeom>
              <a:avLst/>
              <a:gdLst/>
              <a:ahLst/>
              <a:cxnLst/>
              <a:rect l="l" t="t" r="r" b="b"/>
              <a:pathLst>
                <a:path w="43249" h="33191" fill="none" extrusionOk="0">
                  <a:moveTo>
                    <a:pt x="0" y="32229"/>
                  </a:moveTo>
                  <a:cubicBezTo>
                    <a:pt x="11431" y="33190"/>
                    <a:pt x="27051" y="31294"/>
                    <a:pt x="37777" y="13520"/>
                  </a:cubicBezTo>
                  <a:cubicBezTo>
                    <a:pt x="40904" y="8317"/>
                    <a:pt x="43249" y="1"/>
                    <a:pt x="43249" y="1"/>
                  </a:cubicBezTo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" name="Google Shape;24;p2"/>
          <p:cNvGrpSpPr/>
          <p:nvPr/>
        </p:nvGrpSpPr>
        <p:grpSpPr>
          <a:xfrm rot="1616616">
            <a:off x="4677723" y="152016"/>
            <a:ext cx="487152" cy="569906"/>
            <a:chOff x="828772" y="314668"/>
            <a:chExt cx="416010" cy="486680"/>
          </a:xfrm>
        </p:grpSpPr>
        <p:sp>
          <p:nvSpPr>
            <p:cNvPr id="25" name="Google Shape;25;p2"/>
            <p:cNvSpPr/>
            <p:nvPr/>
          </p:nvSpPr>
          <p:spPr>
            <a:xfrm>
              <a:off x="828772" y="325849"/>
              <a:ext cx="182624" cy="180501"/>
            </a:xfrm>
            <a:custGeom>
              <a:avLst/>
              <a:gdLst/>
              <a:ahLst/>
              <a:cxnLst/>
              <a:rect l="l" t="t" r="r" b="b"/>
              <a:pathLst>
                <a:path w="3871" h="3826" extrusionOk="0">
                  <a:moveTo>
                    <a:pt x="2277" y="1"/>
                  </a:moveTo>
                  <a:cubicBezTo>
                    <a:pt x="1531" y="1"/>
                    <a:pt x="747" y="588"/>
                    <a:pt x="398" y="1455"/>
                  </a:cubicBezTo>
                  <a:cubicBezTo>
                    <a:pt x="1" y="2454"/>
                    <a:pt x="321" y="3454"/>
                    <a:pt x="1103" y="3748"/>
                  </a:cubicBezTo>
                  <a:cubicBezTo>
                    <a:pt x="1245" y="3800"/>
                    <a:pt x="1395" y="3825"/>
                    <a:pt x="1548" y="3825"/>
                  </a:cubicBezTo>
                  <a:cubicBezTo>
                    <a:pt x="2224" y="3825"/>
                    <a:pt x="2961" y="3340"/>
                    <a:pt x="3358" y="2557"/>
                  </a:cubicBezTo>
                  <a:cubicBezTo>
                    <a:pt x="3871" y="1544"/>
                    <a:pt x="3602" y="417"/>
                    <a:pt x="2743" y="83"/>
                  </a:cubicBezTo>
                  <a:cubicBezTo>
                    <a:pt x="2593" y="27"/>
                    <a:pt x="2436" y="1"/>
                    <a:pt x="2277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828772" y="314668"/>
              <a:ext cx="182624" cy="201354"/>
            </a:xfrm>
            <a:custGeom>
              <a:avLst/>
              <a:gdLst/>
              <a:ahLst/>
              <a:cxnLst/>
              <a:rect l="l" t="t" r="r" b="b"/>
              <a:pathLst>
                <a:path w="3871" h="4268" fill="none" extrusionOk="0">
                  <a:moveTo>
                    <a:pt x="2743" y="320"/>
                  </a:moveTo>
                  <a:cubicBezTo>
                    <a:pt x="3602" y="654"/>
                    <a:pt x="3871" y="1781"/>
                    <a:pt x="3358" y="2794"/>
                  </a:cubicBezTo>
                  <a:cubicBezTo>
                    <a:pt x="2871" y="3755"/>
                    <a:pt x="1872" y="4267"/>
                    <a:pt x="1103" y="3985"/>
                  </a:cubicBezTo>
                  <a:cubicBezTo>
                    <a:pt x="321" y="3691"/>
                    <a:pt x="1" y="2691"/>
                    <a:pt x="398" y="1692"/>
                  </a:cubicBezTo>
                  <a:cubicBezTo>
                    <a:pt x="821" y="641"/>
                    <a:pt x="1885" y="0"/>
                    <a:pt x="2743" y="320"/>
                  </a:cubicBezTo>
                  <a:close/>
                </a:path>
              </a:pathLst>
            </a:custGeom>
            <a:solidFill>
              <a:schemeClr val="accent1"/>
            </a:solidFill>
            <a:ln w="28575" cap="flat" cmpd="sng">
              <a:solidFill>
                <a:schemeClr val="accent1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897084" y="366656"/>
              <a:ext cx="26655" cy="18777"/>
            </a:xfrm>
            <a:custGeom>
              <a:avLst/>
              <a:gdLst/>
              <a:ahLst/>
              <a:cxnLst/>
              <a:rect l="l" t="t" r="r" b="b"/>
              <a:pathLst>
                <a:path w="565" h="398" fill="none" extrusionOk="0">
                  <a:moveTo>
                    <a:pt x="1" y="397"/>
                  </a:moveTo>
                  <a:cubicBezTo>
                    <a:pt x="168" y="205"/>
                    <a:pt x="373" y="64"/>
                    <a:pt x="565" y="0"/>
                  </a:cubicBezTo>
                </a:path>
              </a:pathLst>
            </a:custGeom>
            <a:solidFill>
              <a:schemeClr val="accent1"/>
            </a:solidFill>
            <a:ln w="19050" cap="rnd" cmpd="sng">
              <a:solidFill>
                <a:schemeClr val="accent1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875949" y="411380"/>
              <a:ext cx="7926" cy="47791"/>
            </a:xfrm>
            <a:custGeom>
              <a:avLst/>
              <a:gdLst/>
              <a:ahLst/>
              <a:cxnLst/>
              <a:rect l="l" t="t" r="r" b="b"/>
              <a:pathLst>
                <a:path w="168" h="1013" fill="none" extrusionOk="0">
                  <a:moveTo>
                    <a:pt x="167" y="1013"/>
                  </a:moveTo>
                  <a:cubicBezTo>
                    <a:pt x="141" y="974"/>
                    <a:pt x="129" y="936"/>
                    <a:pt x="103" y="897"/>
                  </a:cubicBezTo>
                  <a:cubicBezTo>
                    <a:pt x="0" y="654"/>
                    <a:pt x="0" y="334"/>
                    <a:pt x="116" y="0"/>
                  </a:cubicBezTo>
                </a:path>
              </a:pathLst>
            </a:custGeom>
            <a:solidFill>
              <a:schemeClr val="accent1"/>
            </a:solidFill>
            <a:ln w="19050" cap="rnd" cmpd="sng">
              <a:solidFill>
                <a:schemeClr val="accent1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865664" y="494788"/>
              <a:ext cx="379118" cy="306559"/>
            </a:xfrm>
            <a:custGeom>
              <a:avLst/>
              <a:gdLst/>
              <a:ahLst/>
              <a:cxnLst/>
              <a:rect l="l" t="t" r="r" b="b"/>
              <a:pathLst>
                <a:path w="8036" h="6498" fill="none" extrusionOk="0">
                  <a:moveTo>
                    <a:pt x="1" y="1"/>
                  </a:moveTo>
                  <a:lnTo>
                    <a:pt x="8035" y="6498"/>
                  </a:lnTo>
                </a:path>
              </a:pathLst>
            </a:custGeom>
            <a:solidFill>
              <a:schemeClr val="accent1"/>
            </a:solidFill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 rot="1616616">
            <a:off x="3961958" y="164792"/>
            <a:ext cx="399366" cy="730610"/>
            <a:chOff x="323987" y="610889"/>
            <a:chExt cx="341044" cy="623914"/>
          </a:xfrm>
        </p:grpSpPr>
        <p:sp>
          <p:nvSpPr>
            <p:cNvPr id="31" name="Google Shape;31;p2"/>
            <p:cNvSpPr/>
            <p:nvPr/>
          </p:nvSpPr>
          <p:spPr>
            <a:xfrm>
              <a:off x="323987" y="1036281"/>
              <a:ext cx="204986" cy="187814"/>
            </a:xfrm>
            <a:custGeom>
              <a:avLst/>
              <a:gdLst/>
              <a:ahLst/>
              <a:cxnLst/>
              <a:rect l="l" t="t" r="r" b="b"/>
              <a:pathLst>
                <a:path w="4345" h="3981" extrusionOk="0">
                  <a:moveTo>
                    <a:pt x="2671" y="0"/>
                  </a:moveTo>
                  <a:cubicBezTo>
                    <a:pt x="2077" y="0"/>
                    <a:pt x="1416" y="308"/>
                    <a:pt x="911" y="876"/>
                  </a:cubicBezTo>
                  <a:cubicBezTo>
                    <a:pt x="116" y="1760"/>
                    <a:pt x="1" y="2952"/>
                    <a:pt x="616" y="3580"/>
                  </a:cubicBezTo>
                  <a:cubicBezTo>
                    <a:pt x="879" y="3848"/>
                    <a:pt x="1237" y="3980"/>
                    <a:pt x="1629" y="3980"/>
                  </a:cubicBezTo>
                  <a:cubicBezTo>
                    <a:pt x="2154" y="3980"/>
                    <a:pt x="2738" y="3742"/>
                    <a:pt x="3230" y="3272"/>
                  </a:cubicBezTo>
                  <a:cubicBezTo>
                    <a:pt x="4127" y="2414"/>
                    <a:pt x="4345" y="1106"/>
                    <a:pt x="3679" y="402"/>
                  </a:cubicBezTo>
                  <a:cubicBezTo>
                    <a:pt x="3411" y="130"/>
                    <a:pt x="3055" y="0"/>
                    <a:pt x="2671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323987" y="1022552"/>
              <a:ext cx="204986" cy="212252"/>
            </a:xfrm>
            <a:custGeom>
              <a:avLst/>
              <a:gdLst/>
              <a:ahLst/>
              <a:cxnLst/>
              <a:rect l="l" t="t" r="r" b="b"/>
              <a:pathLst>
                <a:path w="4345" h="4499" fill="none" extrusionOk="0">
                  <a:moveTo>
                    <a:pt x="3679" y="693"/>
                  </a:moveTo>
                  <a:cubicBezTo>
                    <a:pt x="4345" y="1397"/>
                    <a:pt x="4127" y="2705"/>
                    <a:pt x="3230" y="3563"/>
                  </a:cubicBezTo>
                  <a:cubicBezTo>
                    <a:pt x="2371" y="4383"/>
                    <a:pt x="1231" y="4499"/>
                    <a:pt x="616" y="3871"/>
                  </a:cubicBezTo>
                  <a:cubicBezTo>
                    <a:pt x="1" y="3243"/>
                    <a:pt x="116" y="2051"/>
                    <a:pt x="911" y="1167"/>
                  </a:cubicBezTo>
                  <a:cubicBezTo>
                    <a:pt x="1744" y="231"/>
                    <a:pt x="2999" y="1"/>
                    <a:pt x="3679" y="693"/>
                  </a:cubicBez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dk2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399563" y="1077560"/>
              <a:ext cx="61708" cy="29675"/>
            </a:xfrm>
            <a:custGeom>
              <a:avLst/>
              <a:gdLst/>
              <a:ahLst/>
              <a:cxnLst/>
              <a:rect l="l" t="t" r="r" b="b"/>
              <a:pathLst>
                <a:path w="1308" h="629" fill="none" extrusionOk="0">
                  <a:moveTo>
                    <a:pt x="1" y="629"/>
                  </a:moveTo>
                  <a:cubicBezTo>
                    <a:pt x="154" y="462"/>
                    <a:pt x="334" y="321"/>
                    <a:pt x="513" y="219"/>
                  </a:cubicBezTo>
                  <a:cubicBezTo>
                    <a:pt x="769" y="78"/>
                    <a:pt x="1103" y="1"/>
                    <a:pt x="1308" y="116"/>
                  </a:cubicBezTo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dk2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376588" y="1133181"/>
              <a:ext cx="8539" cy="41186"/>
            </a:xfrm>
            <a:custGeom>
              <a:avLst/>
              <a:gdLst/>
              <a:ahLst/>
              <a:cxnLst/>
              <a:rect l="l" t="t" r="r" b="b"/>
              <a:pathLst>
                <a:path w="181" h="873" fill="none" extrusionOk="0">
                  <a:moveTo>
                    <a:pt x="180" y="872"/>
                  </a:moveTo>
                  <a:cubicBezTo>
                    <a:pt x="26" y="731"/>
                    <a:pt x="1" y="385"/>
                    <a:pt x="142" y="1"/>
                  </a:cubicBezTo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dk2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386259" y="610889"/>
              <a:ext cx="278772" cy="473379"/>
            </a:xfrm>
            <a:custGeom>
              <a:avLst/>
              <a:gdLst/>
              <a:ahLst/>
              <a:cxnLst/>
              <a:rect l="l" t="t" r="r" b="b"/>
              <a:pathLst>
                <a:path w="5909" h="10034" fill="none" extrusionOk="0">
                  <a:moveTo>
                    <a:pt x="2717" y="10034"/>
                  </a:moveTo>
                  <a:lnTo>
                    <a:pt x="1" y="0"/>
                  </a:lnTo>
                  <a:cubicBezTo>
                    <a:pt x="1" y="0"/>
                    <a:pt x="5908" y="3370"/>
                    <a:pt x="4588" y="5562"/>
                  </a:cubicBezTo>
                  <a:cubicBezTo>
                    <a:pt x="3973" y="6394"/>
                    <a:pt x="2807" y="4882"/>
                    <a:pt x="2807" y="4882"/>
                  </a:cubicBezTo>
                </a:path>
              </a:pathLst>
            </a:custGeom>
            <a:solidFill>
              <a:schemeClr val="dk2"/>
            </a:solidFill>
            <a:ln w="2857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" name="Google Shape;36;p2"/>
          <p:cNvGrpSpPr/>
          <p:nvPr/>
        </p:nvGrpSpPr>
        <p:grpSpPr>
          <a:xfrm>
            <a:off x="-231709" y="3925776"/>
            <a:ext cx="9711328" cy="3071191"/>
            <a:chOff x="-2247300" y="3512811"/>
            <a:chExt cx="12801645" cy="4048499"/>
          </a:xfrm>
        </p:grpSpPr>
        <p:sp>
          <p:nvSpPr>
            <p:cNvPr id="37" name="Google Shape;37;p2"/>
            <p:cNvSpPr/>
            <p:nvPr/>
          </p:nvSpPr>
          <p:spPr>
            <a:xfrm>
              <a:off x="-2247300" y="3512811"/>
              <a:ext cx="12801645" cy="1688725"/>
            </a:xfrm>
            <a:custGeom>
              <a:avLst/>
              <a:gdLst/>
              <a:ahLst/>
              <a:cxnLst/>
              <a:rect l="l" t="t" r="r" b="b"/>
              <a:pathLst>
                <a:path w="197984" h="26117" fill="none" extrusionOk="0">
                  <a:moveTo>
                    <a:pt x="197984" y="26116"/>
                  </a:moveTo>
                  <a:cubicBezTo>
                    <a:pt x="177481" y="6472"/>
                    <a:pt x="154299" y="4549"/>
                    <a:pt x="142100" y="5959"/>
                  </a:cubicBezTo>
                  <a:cubicBezTo>
                    <a:pt x="119995" y="8522"/>
                    <a:pt x="114190" y="21567"/>
                    <a:pt x="96672" y="22490"/>
                  </a:cubicBezTo>
                  <a:cubicBezTo>
                    <a:pt x="79155" y="23412"/>
                    <a:pt x="64547" y="0"/>
                    <a:pt x="30409" y="4383"/>
                  </a:cubicBezTo>
                  <a:cubicBezTo>
                    <a:pt x="21669" y="5511"/>
                    <a:pt x="4049" y="8176"/>
                    <a:pt x="0" y="1987"/>
                  </a:cubicBezTo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-2244002" y="3666057"/>
              <a:ext cx="12672390" cy="1858587"/>
            </a:xfrm>
            <a:custGeom>
              <a:avLst/>
              <a:gdLst/>
              <a:ahLst/>
              <a:cxnLst/>
              <a:rect l="l" t="t" r="r" b="b"/>
              <a:pathLst>
                <a:path w="195985" h="28744" fill="none" extrusionOk="0">
                  <a:moveTo>
                    <a:pt x="195985" y="28744"/>
                  </a:moveTo>
                  <a:cubicBezTo>
                    <a:pt x="176725" y="8843"/>
                    <a:pt x="155914" y="4922"/>
                    <a:pt x="142907" y="6767"/>
                  </a:cubicBezTo>
                  <a:cubicBezTo>
                    <a:pt x="121648" y="9778"/>
                    <a:pt x="111051" y="27885"/>
                    <a:pt x="89599" y="23413"/>
                  </a:cubicBezTo>
                  <a:cubicBezTo>
                    <a:pt x="73286" y="20017"/>
                    <a:pt x="57601" y="1"/>
                    <a:pt x="29281" y="3576"/>
                  </a:cubicBezTo>
                  <a:cubicBezTo>
                    <a:pt x="20529" y="4665"/>
                    <a:pt x="4216" y="8984"/>
                    <a:pt x="0" y="4050"/>
                  </a:cubicBezTo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-2240705" y="3822665"/>
              <a:ext cx="12542359" cy="2283662"/>
            </a:xfrm>
            <a:custGeom>
              <a:avLst/>
              <a:gdLst/>
              <a:ahLst/>
              <a:cxnLst/>
              <a:rect l="l" t="t" r="r" b="b"/>
              <a:pathLst>
                <a:path w="193974" h="35318" fill="none" extrusionOk="0">
                  <a:moveTo>
                    <a:pt x="193973" y="31319"/>
                  </a:moveTo>
                  <a:cubicBezTo>
                    <a:pt x="175969" y="11162"/>
                    <a:pt x="157516" y="5204"/>
                    <a:pt x="143715" y="7510"/>
                  </a:cubicBezTo>
                  <a:cubicBezTo>
                    <a:pt x="123289" y="10919"/>
                    <a:pt x="108065" y="35317"/>
                    <a:pt x="82526" y="24297"/>
                  </a:cubicBezTo>
                  <a:cubicBezTo>
                    <a:pt x="67482" y="17800"/>
                    <a:pt x="50656" y="1"/>
                    <a:pt x="28167" y="2718"/>
                  </a:cubicBezTo>
                  <a:cubicBezTo>
                    <a:pt x="19389" y="3781"/>
                    <a:pt x="4383" y="9740"/>
                    <a:pt x="1" y="6062"/>
                  </a:cubicBezTo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-2237407" y="3974295"/>
              <a:ext cx="12413103" cy="2837151"/>
            </a:xfrm>
            <a:custGeom>
              <a:avLst/>
              <a:gdLst/>
              <a:ahLst/>
              <a:cxnLst/>
              <a:rect l="l" t="t" r="r" b="b"/>
              <a:pathLst>
                <a:path w="191975" h="43878" fill="none" extrusionOk="0">
                  <a:moveTo>
                    <a:pt x="191974" y="33959"/>
                  </a:moveTo>
                  <a:cubicBezTo>
                    <a:pt x="175213" y="13559"/>
                    <a:pt x="159118" y="5537"/>
                    <a:pt x="144522" y="8343"/>
                  </a:cubicBezTo>
                  <a:cubicBezTo>
                    <a:pt x="124916" y="12085"/>
                    <a:pt x="104477" y="43877"/>
                    <a:pt x="75452" y="25245"/>
                  </a:cubicBezTo>
                  <a:cubicBezTo>
                    <a:pt x="61344" y="16198"/>
                    <a:pt x="43711" y="1"/>
                    <a:pt x="27039" y="1936"/>
                  </a:cubicBezTo>
                  <a:cubicBezTo>
                    <a:pt x="18236" y="2961"/>
                    <a:pt x="4537" y="10573"/>
                    <a:pt x="1" y="8151"/>
                  </a:cubicBezTo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-2234045" y="4125148"/>
              <a:ext cx="12283784" cy="3436162"/>
            </a:xfrm>
            <a:custGeom>
              <a:avLst/>
              <a:gdLst/>
              <a:ahLst/>
              <a:cxnLst/>
              <a:rect l="l" t="t" r="r" b="b"/>
              <a:pathLst>
                <a:path w="189975" h="53142" fill="none" extrusionOk="0">
                  <a:moveTo>
                    <a:pt x="189975" y="36624"/>
                  </a:moveTo>
                  <a:cubicBezTo>
                    <a:pt x="174456" y="15980"/>
                    <a:pt x="160719" y="5856"/>
                    <a:pt x="145329" y="9175"/>
                  </a:cubicBezTo>
                  <a:cubicBezTo>
                    <a:pt x="126543" y="13237"/>
                    <a:pt x="100030" y="53141"/>
                    <a:pt x="68378" y="26218"/>
                  </a:cubicBezTo>
                  <a:cubicBezTo>
                    <a:pt x="54872" y="14737"/>
                    <a:pt x="36752" y="0"/>
                    <a:pt x="25924" y="1166"/>
                  </a:cubicBezTo>
                  <a:cubicBezTo>
                    <a:pt x="17095" y="2127"/>
                    <a:pt x="4703" y="11418"/>
                    <a:pt x="0" y="10239"/>
                  </a:cubicBezTo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" name="Google Shape;42;p2"/>
          <p:cNvGrpSpPr/>
          <p:nvPr/>
        </p:nvGrpSpPr>
        <p:grpSpPr>
          <a:xfrm>
            <a:off x="1193284" y="4566985"/>
            <a:ext cx="299213" cy="451960"/>
            <a:chOff x="159762" y="4811199"/>
            <a:chExt cx="394428" cy="595782"/>
          </a:xfrm>
        </p:grpSpPr>
        <p:sp>
          <p:nvSpPr>
            <p:cNvPr id="43" name="Google Shape;43;p2"/>
            <p:cNvSpPr/>
            <p:nvPr/>
          </p:nvSpPr>
          <p:spPr>
            <a:xfrm>
              <a:off x="344498" y="5198129"/>
              <a:ext cx="209692" cy="194239"/>
            </a:xfrm>
            <a:custGeom>
              <a:avLst/>
              <a:gdLst/>
              <a:ahLst/>
              <a:cxnLst/>
              <a:rect l="l" t="t" r="r" b="b"/>
              <a:pathLst>
                <a:path w="3243" h="3004" extrusionOk="0">
                  <a:moveTo>
                    <a:pt x="1963" y="0"/>
                  </a:moveTo>
                  <a:cubicBezTo>
                    <a:pt x="1465" y="0"/>
                    <a:pt x="917" y="284"/>
                    <a:pt x="552" y="795"/>
                  </a:cubicBezTo>
                  <a:cubicBezTo>
                    <a:pt x="1" y="1551"/>
                    <a:pt x="65" y="2487"/>
                    <a:pt x="718" y="2858"/>
                  </a:cubicBezTo>
                  <a:cubicBezTo>
                    <a:pt x="892" y="2957"/>
                    <a:pt x="1085" y="3003"/>
                    <a:pt x="1284" y="3003"/>
                  </a:cubicBezTo>
                  <a:cubicBezTo>
                    <a:pt x="1836" y="3003"/>
                    <a:pt x="2436" y="2648"/>
                    <a:pt x="2794" y="2064"/>
                  </a:cubicBezTo>
                  <a:cubicBezTo>
                    <a:pt x="3243" y="1321"/>
                    <a:pt x="3115" y="475"/>
                    <a:pt x="2525" y="142"/>
                  </a:cubicBezTo>
                  <a:cubicBezTo>
                    <a:pt x="2356" y="46"/>
                    <a:pt x="2163" y="0"/>
                    <a:pt x="1963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344498" y="5185714"/>
              <a:ext cx="209692" cy="221267"/>
            </a:xfrm>
            <a:custGeom>
              <a:avLst/>
              <a:gdLst/>
              <a:ahLst/>
              <a:cxnLst/>
              <a:rect l="l" t="t" r="r" b="b"/>
              <a:pathLst>
                <a:path w="3243" h="3422" fill="none" extrusionOk="0">
                  <a:moveTo>
                    <a:pt x="718" y="3050"/>
                  </a:moveTo>
                  <a:cubicBezTo>
                    <a:pt x="65" y="2679"/>
                    <a:pt x="1" y="1743"/>
                    <a:pt x="552" y="987"/>
                  </a:cubicBezTo>
                  <a:cubicBezTo>
                    <a:pt x="1064" y="270"/>
                    <a:pt x="1936" y="1"/>
                    <a:pt x="2525" y="334"/>
                  </a:cubicBezTo>
                  <a:cubicBezTo>
                    <a:pt x="3115" y="667"/>
                    <a:pt x="3243" y="1513"/>
                    <a:pt x="2794" y="2256"/>
                  </a:cubicBezTo>
                  <a:cubicBezTo>
                    <a:pt x="2307" y="3050"/>
                    <a:pt x="1372" y="3422"/>
                    <a:pt x="718" y="3050"/>
                  </a:cubicBezTo>
                  <a:close/>
                </a:path>
              </a:pathLst>
            </a:custGeom>
            <a:solidFill>
              <a:schemeClr val="lt2"/>
            </a:solidFill>
            <a:ln w="28575" cap="flat" cmpd="sng">
              <a:solidFill>
                <a:schemeClr val="lt2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159762" y="4811199"/>
              <a:ext cx="362937" cy="406905"/>
            </a:xfrm>
            <a:custGeom>
              <a:avLst/>
              <a:gdLst/>
              <a:ahLst/>
              <a:cxnLst/>
              <a:rect l="l" t="t" r="r" b="b"/>
              <a:pathLst>
                <a:path w="5613" h="6293" extrusionOk="0">
                  <a:moveTo>
                    <a:pt x="5613" y="6292"/>
                  </a:moveTo>
                  <a:lnTo>
                    <a:pt x="0" y="0"/>
                  </a:lnTo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159762" y="4811199"/>
              <a:ext cx="362937" cy="406905"/>
            </a:xfrm>
            <a:custGeom>
              <a:avLst/>
              <a:gdLst/>
              <a:ahLst/>
              <a:cxnLst/>
              <a:rect l="l" t="t" r="r" b="b"/>
              <a:pathLst>
                <a:path w="5613" h="6293" fill="none" extrusionOk="0">
                  <a:moveTo>
                    <a:pt x="5613" y="6292"/>
                  </a:moveTo>
                  <a:lnTo>
                    <a:pt x="0" y="0"/>
                  </a:lnTo>
                </a:path>
              </a:pathLst>
            </a:custGeom>
            <a:solidFill>
              <a:schemeClr val="lt2"/>
            </a:solidFill>
            <a:ln w="285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" name="Google Shape;47;p2"/>
          <p:cNvSpPr/>
          <p:nvPr/>
        </p:nvSpPr>
        <p:spPr>
          <a:xfrm>
            <a:off x="5325691" y="4875125"/>
            <a:ext cx="351996" cy="388485"/>
          </a:xfrm>
          <a:custGeom>
            <a:avLst/>
            <a:gdLst/>
            <a:ahLst/>
            <a:cxnLst/>
            <a:rect l="l" t="t" r="r" b="b"/>
            <a:pathLst>
              <a:path w="7177" h="7921" fill="none" extrusionOk="0">
                <a:moveTo>
                  <a:pt x="2000" y="4294"/>
                </a:moveTo>
                <a:cubicBezTo>
                  <a:pt x="3255" y="3986"/>
                  <a:pt x="2051" y="1039"/>
                  <a:pt x="936" y="2102"/>
                </a:cubicBezTo>
                <a:cubicBezTo>
                  <a:pt x="1" y="3012"/>
                  <a:pt x="821" y="6152"/>
                  <a:pt x="2474" y="5229"/>
                </a:cubicBezTo>
                <a:cubicBezTo>
                  <a:pt x="3871" y="4447"/>
                  <a:pt x="4037" y="1923"/>
                  <a:pt x="4063" y="1"/>
                </a:cubicBezTo>
                <a:cubicBezTo>
                  <a:pt x="5331" y="4486"/>
                  <a:pt x="7177" y="7920"/>
                  <a:pt x="7177" y="7920"/>
                </a:cubicBezTo>
              </a:path>
            </a:pathLst>
          </a:custGeom>
          <a:solidFill>
            <a:schemeClr val="accent1"/>
          </a:solidFill>
          <a:ln w="285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8" name="Google Shape;48;p2"/>
          <p:cNvGrpSpPr/>
          <p:nvPr/>
        </p:nvGrpSpPr>
        <p:grpSpPr>
          <a:xfrm>
            <a:off x="4787043" y="4467622"/>
            <a:ext cx="467676" cy="514182"/>
            <a:chOff x="5118856" y="3486300"/>
            <a:chExt cx="516312" cy="567655"/>
          </a:xfrm>
        </p:grpSpPr>
        <p:sp>
          <p:nvSpPr>
            <p:cNvPr id="49" name="Google Shape;49;p2"/>
            <p:cNvSpPr/>
            <p:nvPr/>
          </p:nvSpPr>
          <p:spPr>
            <a:xfrm>
              <a:off x="5118856" y="3904138"/>
              <a:ext cx="198959" cy="143222"/>
            </a:xfrm>
            <a:custGeom>
              <a:avLst/>
              <a:gdLst/>
              <a:ahLst/>
              <a:cxnLst/>
              <a:rect l="l" t="t" r="r" b="b"/>
              <a:pathLst>
                <a:path w="3077" h="2215" extrusionOk="0">
                  <a:moveTo>
                    <a:pt x="1613" y="0"/>
                  </a:moveTo>
                  <a:cubicBezTo>
                    <a:pt x="1463" y="0"/>
                    <a:pt x="1308" y="20"/>
                    <a:pt x="1154" y="61"/>
                  </a:cubicBezTo>
                  <a:cubicBezTo>
                    <a:pt x="424" y="253"/>
                    <a:pt x="1" y="855"/>
                    <a:pt x="154" y="1406"/>
                  </a:cubicBezTo>
                  <a:cubicBezTo>
                    <a:pt x="298" y="1891"/>
                    <a:pt x="838" y="2215"/>
                    <a:pt x="1460" y="2215"/>
                  </a:cubicBezTo>
                  <a:cubicBezTo>
                    <a:pt x="1561" y="2215"/>
                    <a:pt x="1665" y="2206"/>
                    <a:pt x="1769" y="2188"/>
                  </a:cubicBezTo>
                  <a:cubicBezTo>
                    <a:pt x="2551" y="2047"/>
                    <a:pt x="3076" y="1419"/>
                    <a:pt x="2897" y="804"/>
                  </a:cubicBezTo>
                  <a:cubicBezTo>
                    <a:pt x="2753" y="312"/>
                    <a:pt x="2216" y="0"/>
                    <a:pt x="1613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5118856" y="3894762"/>
              <a:ext cx="198959" cy="159193"/>
            </a:xfrm>
            <a:custGeom>
              <a:avLst/>
              <a:gdLst/>
              <a:ahLst/>
              <a:cxnLst/>
              <a:rect l="l" t="t" r="r" b="b"/>
              <a:pathLst>
                <a:path w="3077" h="2462" fill="none" extrusionOk="0">
                  <a:moveTo>
                    <a:pt x="2897" y="949"/>
                  </a:moveTo>
                  <a:cubicBezTo>
                    <a:pt x="3076" y="1564"/>
                    <a:pt x="2551" y="2192"/>
                    <a:pt x="1769" y="2333"/>
                  </a:cubicBezTo>
                  <a:cubicBezTo>
                    <a:pt x="1026" y="2461"/>
                    <a:pt x="321" y="2115"/>
                    <a:pt x="154" y="1551"/>
                  </a:cubicBezTo>
                  <a:cubicBezTo>
                    <a:pt x="1" y="1000"/>
                    <a:pt x="424" y="398"/>
                    <a:pt x="1154" y="206"/>
                  </a:cubicBezTo>
                  <a:cubicBezTo>
                    <a:pt x="1923" y="1"/>
                    <a:pt x="2717" y="334"/>
                    <a:pt x="2897" y="949"/>
                  </a:cubicBezTo>
                  <a:close/>
                </a:path>
              </a:pathLst>
            </a:custGeom>
            <a:solidFill>
              <a:schemeClr val="lt2"/>
            </a:solidFill>
            <a:ln w="28575" cap="flat" cmpd="sng">
              <a:solidFill>
                <a:schemeClr val="lt2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5306114" y="3486300"/>
              <a:ext cx="329055" cy="550192"/>
            </a:xfrm>
            <a:custGeom>
              <a:avLst/>
              <a:gdLst/>
              <a:ahLst/>
              <a:cxnLst/>
              <a:rect l="l" t="t" r="r" b="b"/>
              <a:pathLst>
                <a:path w="5089" h="8509" fill="none" extrusionOk="0">
                  <a:moveTo>
                    <a:pt x="1" y="7740"/>
                  </a:moveTo>
                  <a:lnTo>
                    <a:pt x="3704" y="0"/>
                  </a:lnTo>
                  <a:cubicBezTo>
                    <a:pt x="3704" y="0"/>
                    <a:pt x="5088" y="8509"/>
                    <a:pt x="2295" y="5895"/>
                  </a:cubicBezTo>
                </a:path>
              </a:pathLst>
            </a:custGeom>
            <a:solidFill>
              <a:schemeClr val="lt2"/>
            </a:solidFill>
            <a:ln w="285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" name="Google Shape;52;p2"/>
          <p:cNvGrpSpPr/>
          <p:nvPr/>
        </p:nvGrpSpPr>
        <p:grpSpPr>
          <a:xfrm>
            <a:off x="5954050" y="4356351"/>
            <a:ext cx="433121" cy="811507"/>
            <a:chOff x="5906877" y="4080403"/>
            <a:chExt cx="570948" cy="1069743"/>
          </a:xfrm>
        </p:grpSpPr>
        <p:sp>
          <p:nvSpPr>
            <p:cNvPr id="53" name="Google Shape;53;p2"/>
            <p:cNvSpPr/>
            <p:nvPr/>
          </p:nvSpPr>
          <p:spPr>
            <a:xfrm>
              <a:off x="5941665" y="4813591"/>
              <a:ext cx="280948" cy="315218"/>
            </a:xfrm>
            <a:custGeom>
              <a:avLst/>
              <a:gdLst/>
              <a:ahLst/>
              <a:cxnLst/>
              <a:rect l="l" t="t" r="r" b="b"/>
              <a:pathLst>
                <a:path w="4345" h="4875" extrusionOk="0">
                  <a:moveTo>
                    <a:pt x="2528" y="1"/>
                  </a:moveTo>
                  <a:cubicBezTo>
                    <a:pt x="1809" y="1"/>
                    <a:pt x="1046" y="548"/>
                    <a:pt x="603" y="1463"/>
                  </a:cubicBezTo>
                  <a:cubicBezTo>
                    <a:pt x="0" y="2680"/>
                    <a:pt x="218" y="4102"/>
                    <a:pt x="1064" y="4654"/>
                  </a:cubicBezTo>
                  <a:cubicBezTo>
                    <a:pt x="1294" y="4803"/>
                    <a:pt x="1549" y="4874"/>
                    <a:pt x="1811" y="4874"/>
                  </a:cubicBezTo>
                  <a:cubicBezTo>
                    <a:pt x="2514" y="4874"/>
                    <a:pt x="3269" y="4361"/>
                    <a:pt x="3717" y="3475"/>
                  </a:cubicBezTo>
                  <a:cubicBezTo>
                    <a:pt x="4345" y="2232"/>
                    <a:pt x="4152" y="771"/>
                    <a:pt x="3268" y="220"/>
                  </a:cubicBezTo>
                  <a:cubicBezTo>
                    <a:pt x="3038" y="71"/>
                    <a:pt x="2786" y="1"/>
                    <a:pt x="2528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5941665" y="4791283"/>
              <a:ext cx="280948" cy="358863"/>
            </a:xfrm>
            <a:custGeom>
              <a:avLst/>
              <a:gdLst/>
              <a:ahLst/>
              <a:cxnLst/>
              <a:rect l="l" t="t" r="r" b="b"/>
              <a:pathLst>
                <a:path w="4345" h="5550" fill="none" extrusionOk="0">
                  <a:moveTo>
                    <a:pt x="3268" y="565"/>
                  </a:moveTo>
                  <a:cubicBezTo>
                    <a:pt x="4152" y="1116"/>
                    <a:pt x="4345" y="2577"/>
                    <a:pt x="3717" y="3820"/>
                  </a:cubicBezTo>
                  <a:cubicBezTo>
                    <a:pt x="3102" y="5037"/>
                    <a:pt x="1910" y="5550"/>
                    <a:pt x="1064" y="4999"/>
                  </a:cubicBezTo>
                  <a:cubicBezTo>
                    <a:pt x="218" y="4447"/>
                    <a:pt x="0" y="3025"/>
                    <a:pt x="603" y="1808"/>
                  </a:cubicBezTo>
                  <a:cubicBezTo>
                    <a:pt x="1205" y="565"/>
                    <a:pt x="2397" y="1"/>
                    <a:pt x="3268" y="565"/>
                  </a:cubicBez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dk2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6053528" y="4869200"/>
              <a:ext cx="95374" cy="36533"/>
            </a:xfrm>
            <a:custGeom>
              <a:avLst/>
              <a:gdLst/>
              <a:ahLst/>
              <a:cxnLst/>
              <a:rect l="l" t="t" r="r" b="b"/>
              <a:pathLst>
                <a:path w="1475" h="565" fill="none" extrusionOk="0">
                  <a:moveTo>
                    <a:pt x="0" y="487"/>
                  </a:moveTo>
                  <a:cubicBezTo>
                    <a:pt x="308" y="154"/>
                    <a:pt x="667" y="0"/>
                    <a:pt x="936" y="26"/>
                  </a:cubicBezTo>
                  <a:cubicBezTo>
                    <a:pt x="1026" y="26"/>
                    <a:pt x="1102" y="52"/>
                    <a:pt x="1179" y="103"/>
                  </a:cubicBezTo>
                  <a:cubicBezTo>
                    <a:pt x="1308" y="193"/>
                    <a:pt x="1410" y="346"/>
                    <a:pt x="1474" y="564"/>
                  </a:cubicBezTo>
                </a:path>
              </a:pathLst>
            </a:custGeom>
            <a:solidFill>
              <a:schemeClr val="dk2"/>
            </a:solidFill>
            <a:ln w="28575" cap="rnd" cmpd="sng">
              <a:solidFill>
                <a:schemeClr val="dk2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6011240" y="4952030"/>
              <a:ext cx="11703" cy="68863"/>
            </a:xfrm>
            <a:custGeom>
              <a:avLst/>
              <a:gdLst/>
              <a:ahLst/>
              <a:cxnLst/>
              <a:rect l="l" t="t" r="r" b="b"/>
              <a:pathLst>
                <a:path w="181" h="1065" fill="none" extrusionOk="0">
                  <a:moveTo>
                    <a:pt x="52" y="1064"/>
                  </a:moveTo>
                  <a:cubicBezTo>
                    <a:pt x="1" y="757"/>
                    <a:pt x="39" y="385"/>
                    <a:pt x="180" y="1"/>
                  </a:cubicBezTo>
                </a:path>
              </a:pathLst>
            </a:custGeom>
            <a:solidFill>
              <a:schemeClr val="dk2"/>
            </a:solidFill>
            <a:ln w="28575" cap="rnd" cmpd="sng">
              <a:solidFill>
                <a:schemeClr val="dk2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5906877" y="4080403"/>
              <a:ext cx="570948" cy="786330"/>
            </a:xfrm>
            <a:custGeom>
              <a:avLst/>
              <a:gdLst/>
              <a:ahLst/>
              <a:cxnLst/>
              <a:rect l="l" t="t" r="r" b="b"/>
              <a:pathLst>
                <a:path w="8830" h="12161" fill="none" extrusionOk="0">
                  <a:moveTo>
                    <a:pt x="4344" y="12161"/>
                  </a:moveTo>
                  <a:lnTo>
                    <a:pt x="0" y="0"/>
                  </a:lnTo>
                  <a:cubicBezTo>
                    <a:pt x="0" y="0"/>
                    <a:pt x="8829" y="6279"/>
                    <a:pt x="3716" y="6228"/>
                  </a:cubicBezTo>
                </a:path>
              </a:pathLst>
            </a:custGeom>
            <a:solidFill>
              <a:schemeClr val="dk2"/>
            </a:solidFill>
            <a:ln w="2857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" name="Google Shape;58;p2"/>
          <p:cNvGrpSpPr/>
          <p:nvPr/>
        </p:nvGrpSpPr>
        <p:grpSpPr>
          <a:xfrm>
            <a:off x="7807248" y="4205673"/>
            <a:ext cx="374039" cy="509117"/>
            <a:chOff x="-1046505" y="4019915"/>
            <a:chExt cx="431019" cy="586675"/>
          </a:xfrm>
        </p:grpSpPr>
        <p:sp>
          <p:nvSpPr>
            <p:cNvPr id="59" name="Google Shape;59;p2"/>
            <p:cNvSpPr/>
            <p:nvPr/>
          </p:nvSpPr>
          <p:spPr>
            <a:xfrm>
              <a:off x="-1046396" y="4430381"/>
              <a:ext cx="260082" cy="164685"/>
            </a:xfrm>
            <a:custGeom>
              <a:avLst/>
              <a:gdLst/>
              <a:ahLst/>
              <a:cxnLst/>
              <a:rect l="l" t="t" r="r" b="b"/>
              <a:pathLst>
                <a:path w="4602" h="2914" extrusionOk="0">
                  <a:moveTo>
                    <a:pt x="3040" y="0"/>
                  </a:moveTo>
                  <a:cubicBezTo>
                    <a:pt x="2745" y="0"/>
                    <a:pt x="2423" y="45"/>
                    <a:pt x="2090" y="140"/>
                  </a:cubicBezTo>
                  <a:cubicBezTo>
                    <a:pt x="885" y="473"/>
                    <a:pt x="1" y="1344"/>
                    <a:pt x="116" y="2075"/>
                  </a:cubicBezTo>
                  <a:cubicBezTo>
                    <a:pt x="200" y="2606"/>
                    <a:pt x="792" y="2914"/>
                    <a:pt x="1573" y="2914"/>
                  </a:cubicBezTo>
                  <a:cubicBezTo>
                    <a:pt x="1865" y="2914"/>
                    <a:pt x="2184" y="2871"/>
                    <a:pt x="2513" y="2780"/>
                  </a:cubicBezTo>
                  <a:cubicBezTo>
                    <a:pt x="3717" y="2447"/>
                    <a:pt x="4601" y="1575"/>
                    <a:pt x="4486" y="845"/>
                  </a:cubicBezTo>
                  <a:cubicBezTo>
                    <a:pt x="4402" y="314"/>
                    <a:pt x="3819" y="0"/>
                    <a:pt x="3040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0" name="Google Shape;60;p2"/>
            <p:cNvGrpSpPr/>
            <p:nvPr/>
          </p:nvGrpSpPr>
          <p:grpSpPr>
            <a:xfrm>
              <a:off x="-1046505" y="4019915"/>
              <a:ext cx="431019" cy="586675"/>
              <a:chOff x="-1795774" y="3888167"/>
              <a:chExt cx="493101" cy="671176"/>
            </a:xfrm>
          </p:grpSpPr>
          <p:sp>
            <p:nvSpPr>
              <p:cNvPr id="61" name="Google Shape;61;p2"/>
              <p:cNvSpPr/>
              <p:nvPr/>
            </p:nvSpPr>
            <p:spPr>
              <a:xfrm>
                <a:off x="-1795774" y="4344672"/>
                <a:ext cx="297565" cy="214671"/>
              </a:xfrm>
              <a:custGeom>
                <a:avLst/>
                <a:gdLst/>
                <a:ahLst/>
                <a:cxnLst/>
                <a:rect l="l" t="t" r="r" b="b"/>
                <a:pathLst>
                  <a:path w="4602" h="3320" fill="none" extrusionOk="0">
                    <a:moveTo>
                      <a:pt x="4486" y="1052"/>
                    </a:moveTo>
                    <a:cubicBezTo>
                      <a:pt x="4601" y="1782"/>
                      <a:pt x="3717" y="2654"/>
                      <a:pt x="2513" y="2987"/>
                    </a:cubicBezTo>
                    <a:cubicBezTo>
                      <a:pt x="1308" y="3320"/>
                      <a:pt x="232" y="3012"/>
                      <a:pt x="116" y="2282"/>
                    </a:cubicBezTo>
                    <a:cubicBezTo>
                      <a:pt x="1" y="1551"/>
                      <a:pt x="885" y="680"/>
                      <a:pt x="2090" y="347"/>
                    </a:cubicBezTo>
                    <a:cubicBezTo>
                      <a:pt x="3307" y="1"/>
                      <a:pt x="4371" y="321"/>
                      <a:pt x="4486" y="1052"/>
                    </a:cubicBezTo>
                    <a:close/>
                  </a:path>
                </a:pathLst>
              </a:custGeom>
              <a:solidFill>
                <a:schemeClr val="dk2"/>
              </a:solidFill>
              <a:ln w="28575" cap="flat" cmpd="sng">
                <a:solidFill>
                  <a:schemeClr val="dk2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62;p2"/>
              <p:cNvSpPr/>
              <p:nvPr/>
            </p:nvSpPr>
            <p:spPr>
              <a:xfrm>
                <a:off x="-1610133" y="4407651"/>
                <a:ext cx="35692" cy="9182"/>
              </a:xfrm>
              <a:custGeom>
                <a:avLst/>
                <a:gdLst/>
                <a:ahLst/>
                <a:cxnLst/>
                <a:rect l="l" t="t" r="r" b="b"/>
                <a:pathLst>
                  <a:path w="552" h="142" fill="none" extrusionOk="0">
                    <a:moveTo>
                      <a:pt x="0" y="1"/>
                    </a:moveTo>
                    <a:cubicBezTo>
                      <a:pt x="231" y="14"/>
                      <a:pt x="436" y="65"/>
                      <a:pt x="551" y="142"/>
                    </a:cubicBezTo>
                  </a:path>
                </a:pathLst>
              </a:custGeom>
              <a:solidFill>
                <a:schemeClr val="dk2"/>
              </a:solidFill>
              <a:ln w="28575" cap="rnd" cmpd="sng">
                <a:solidFill>
                  <a:schemeClr val="dk2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63;p2"/>
              <p:cNvSpPr/>
              <p:nvPr/>
            </p:nvSpPr>
            <p:spPr>
              <a:xfrm>
                <a:off x="-1731113" y="4411789"/>
                <a:ext cx="84575" cy="63043"/>
              </a:xfrm>
              <a:custGeom>
                <a:avLst/>
                <a:gdLst/>
                <a:ahLst/>
                <a:cxnLst/>
                <a:rect l="l" t="t" r="r" b="b"/>
                <a:pathLst>
                  <a:path w="1308" h="975" fill="none" extrusionOk="0">
                    <a:moveTo>
                      <a:pt x="39" y="975"/>
                    </a:moveTo>
                    <a:cubicBezTo>
                      <a:pt x="0" y="706"/>
                      <a:pt x="487" y="232"/>
                      <a:pt x="1205" y="39"/>
                    </a:cubicBezTo>
                    <a:cubicBezTo>
                      <a:pt x="1243" y="27"/>
                      <a:pt x="1282" y="14"/>
                      <a:pt x="1308" y="1"/>
                    </a:cubicBezTo>
                  </a:path>
                </a:pathLst>
              </a:custGeom>
              <a:solidFill>
                <a:schemeClr val="dk2"/>
              </a:solidFill>
              <a:ln w="28575" cap="rnd" cmpd="sng">
                <a:solidFill>
                  <a:schemeClr val="dk2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64;p2"/>
              <p:cNvSpPr/>
              <p:nvPr/>
            </p:nvSpPr>
            <p:spPr>
              <a:xfrm>
                <a:off x="-1505770" y="3888167"/>
                <a:ext cx="203097" cy="543597"/>
              </a:xfrm>
              <a:custGeom>
                <a:avLst/>
                <a:gdLst/>
                <a:ahLst/>
                <a:cxnLst/>
                <a:rect l="l" t="t" r="r" b="b"/>
                <a:pathLst>
                  <a:path w="3141" h="8407" fill="none" extrusionOk="0">
                    <a:moveTo>
                      <a:pt x="1" y="8406"/>
                    </a:moveTo>
                    <a:lnTo>
                      <a:pt x="3141" y="0"/>
                    </a:lnTo>
                  </a:path>
                </a:pathLst>
              </a:custGeom>
              <a:solidFill>
                <a:schemeClr val="dk2"/>
              </a:solidFill>
              <a:ln w="2857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5" name="Google Shape;65;p2"/>
          <p:cNvGrpSpPr/>
          <p:nvPr/>
        </p:nvGrpSpPr>
        <p:grpSpPr>
          <a:xfrm>
            <a:off x="2074449" y="4545586"/>
            <a:ext cx="734249" cy="494732"/>
            <a:chOff x="897994" y="4240309"/>
            <a:chExt cx="967900" cy="652165"/>
          </a:xfrm>
        </p:grpSpPr>
        <p:sp>
          <p:nvSpPr>
            <p:cNvPr id="66" name="Google Shape;66;p2"/>
            <p:cNvSpPr/>
            <p:nvPr/>
          </p:nvSpPr>
          <p:spPr>
            <a:xfrm>
              <a:off x="897994" y="4634158"/>
              <a:ext cx="370437" cy="243057"/>
            </a:xfrm>
            <a:custGeom>
              <a:avLst/>
              <a:gdLst/>
              <a:ahLst/>
              <a:cxnLst/>
              <a:rect l="l" t="t" r="r" b="b"/>
              <a:pathLst>
                <a:path w="5729" h="3759" extrusionOk="0">
                  <a:moveTo>
                    <a:pt x="2551" y="1"/>
                  </a:moveTo>
                  <a:cubicBezTo>
                    <a:pt x="1500" y="1"/>
                    <a:pt x="589" y="473"/>
                    <a:pt x="334" y="1239"/>
                  </a:cubicBezTo>
                  <a:cubicBezTo>
                    <a:pt x="1" y="2213"/>
                    <a:pt x="847" y="3277"/>
                    <a:pt x="2205" y="3635"/>
                  </a:cubicBezTo>
                  <a:cubicBezTo>
                    <a:pt x="2518" y="3719"/>
                    <a:pt x="2834" y="3759"/>
                    <a:pt x="3139" y="3759"/>
                  </a:cubicBezTo>
                  <a:cubicBezTo>
                    <a:pt x="4142" y="3759"/>
                    <a:pt x="5027" y="3328"/>
                    <a:pt x="5332" y="2610"/>
                  </a:cubicBezTo>
                  <a:cubicBezTo>
                    <a:pt x="5729" y="1649"/>
                    <a:pt x="4947" y="522"/>
                    <a:pt x="3538" y="137"/>
                  </a:cubicBezTo>
                  <a:cubicBezTo>
                    <a:pt x="3205" y="44"/>
                    <a:pt x="2872" y="1"/>
                    <a:pt x="2551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897994" y="4617281"/>
              <a:ext cx="370437" cy="275193"/>
            </a:xfrm>
            <a:custGeom>
              <a:avLst/>
              <a:gdLst/>
              <a:ahLst/>
              <a:cxnLst/>
              <a:rect l="l" t="t" r="r" b="b"/>
              <a:pathLst>
                <a:path w="5729" h="4256" fill="none" extrusionOk="0">
                  <a:moveTo>
                    <a:pt x="5332" y="2871"/>
                  </a:moveTo>
                  <a:cubicBezTo>
                    <a:pt x="4934" y="3807"/>
                    <a:pt x="3550" y="4255"/>
                    <a:pt x="2205" y="3896"/>
                  </a:cubicBezTo>
                  <a:cubicBezTo>
                    <a:pt x="847" y="3538"/>
                    <a:pt x="1" y="2474"/>
                    <a:pt x="334" y="1500"/>
                  </a:cubicBezTo>
                  <a:cubicBezTo>
                    <a:pt x="667" y="501"/>
                    <a:pt x="2115" y="1"/>
                    <a:pt x="3538" y="398"/>
                  </a:cubicBezTo>
                  <a:cubicBezTo>
                    <a:pt x="4947" y="783"/>
                    <a:pt x="5729" y="1910"/>
                    <a:pt x="5332" y="2871"/>
                  </a:cubicBezTo>
                  <a:close/>
                </a:path>
              </a:pathLst>
            </a:custGeom>
            <a:solidFill>
              <a:schemeClr val="accent1"/>
            </a:solidFill>
            <a:ln w="28575" cap="flat" cmpd="sng">
              <a:solidFill>
                <a:schemeClr val="accent1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1109306" y="4705155"/>
              <a:ext cx="71320" cy="49788"/>
            </a:xfrm>
            <a:custGeom>
              <a:avLst/>
              <a:gdLst/>
              <a:ahLst/>
              <a:cxnLst/>
              <a:rect l="l" t="t" r="r" b="b"/>
              <a:pathLst>
                <a:path w="1103" h="770" fill="none" extrusionOk="0">
                  <a:moveTo>
                    <a:pt x="0" y="0"/>
                  </a:moveTo>
                  <a:cubicBezTo>
                    <a:pt x="628" y="180"/>
                    <a:pt x="987" y="513"/>
                    <a:pt x="1103" y="769"/>
                  </a:cubicBezTo>
                </a:path>
              </a:pathLst>
            </a:custGeom>
            <a:solidFill>
              <a:schemeClr val="accent1"/>
            </a:solidFill>
            <a:ln w="28575" cap="rnd" cmpd="sng">
              <a:solidFill>
                <a:schemeClr val="accent1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994145" y="4698495"/>
              <a:ext cx="65501" cy="19980"/>
            </a:xfrm>
            <a:custGeom>
              <a:avLst/>
              <a:gdLst/>
              <a:ahLst/>
              <a:cxnLst/>
              <a:rect l="l" t="t" r="r" b="b"/>
              <a:pathLst>
                <a:path w="1013" h="309" fill="none" extrusionOk="0">
                  <a:moveTo>
                    <a:pt x="0" y="308"/>
                  </a:moveTo>
                  <a:cubicBezTo>
                    <a:pt x="218" y="142"/>
                    <a:pt x="564" y="14"/>
                    <a:pt x="1013" y="1"/>
                  </a:cubicBezTo>
                </a:path>
              </a:pathLst>
            </a:custGeom>
            <a:solidFill>
              <a:schemeClr val="accent1"/>
            </a:solidFill>
            <a:ln w="28575" cap="rnd" cmpd="sng">
              <a:solidFill>
                <a:schemeClr val="accent1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1228605" y="4240309"/>
              <a:ext cx="637289" cy="585044"/>
            </a:xfrm>
            <a:custGeom>
              <a:avLst/>
              <a:gdLst/>
              <a:ahLst/>
              <a:cxnLst/>
              <a:rect l="l" t="t" r="r" b="b"/>
              <a:pathLst>
                <a:path w="9856" h="9048" fill="none" extrusionOk="0">
                  <a:moveTo>
                    <a:pt x="1" y="9047"/>
                  </a:moveTo>
                  <a:lnTo>
                    <a:pt x="9855" y="0"/>
                  </a:lnTo>
                </a:path>
              </a:pathLst>
            </a:custGeom>
            <a:solidFill>
              <a:schemeClr val="accent1"/>
            </a:solidFill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1" name="Google Shape;71;p2"/>
          <p:cNvGrpSpPr/>
          <p:nvPr/>
        </p:nvGrpSpPr>
        <p:grpSpPr>
          <a:xfrm>
            <a:off x="615560" y="4150187"/>
            <a:ext cx="401730" cy="504148"/>
            <a:chOff x="-1130414" y="3808634"/>
            <a:chExt cx="529568" cy="664577"/>
          </a:xfrm>
        </p:grpSpPr>
        <p:sp>
          <p:nvSpPr>
            <p:cNvPr id="72" name="Google Shape;72;p2"/>
            <p:cNvSpPr/>
            <p:nvPr/>
          </p:nvSpPr>
          <p:spPr>
            <a:xfrm>
              <a:off x="-891751" y="3820984"/>
              <a:ext cx="290905" cy="163654"/>
            </a:xfrm>
            <a:custGeom>
              <a:avLst/>
              <a:gdLst/>
              <a:ahLst/>
              <a:cxnLst/>
              <a:rect l="l" t="t" r="r" b="b"/>
              <a:pathLst>
                <a:path w="4499" h="2531" extrusionOk="0">
                  <a:moveTo>
                    <a:pt x="3318" y="1"/>
                  </a:moveTo>
                  <a:cubicBezTo>
                    <a:pt x="2767" y="1"/>
                    <a:pt x="2047" y="215"/>
                    <a:pt x="1410" y="591"/>
                  </a:cubicBezTo>
                  <a:cubicBezTo>
                    <a:pt x="449" y="1142"/>
                    <a:pt x="0" y="1885"/>
                    <a:pt x="334" y="2269"/>
                  </a:cubicBezTo>
                  <a:cubicBezTo>
                    <a:pt x="481" y="2444"/>
                    <a:pt x="763" y="2530"/>
                    <a:pt x="1119" y="2530"/>
                  </a:cubicBezTo>
                  <a:cubicBezTo>
                    <a:pt x="1598" y="2530"/>
                    <a:pt x="2211" y="2373"/>
                    <a:pt x="2807" y="2064"/>
                  </a:cubicBezTo>
                  <a:cubicBezTo>
                    <a:pt x="3922" y="1501"/>
                    <a:pt x="4498" y="642"/>
                    <a:pt x="4050" y="219"/>
                  </a:cubicBezTo>
                  <a:cubicBezTo>
                    <a:pt x="3892" y="70"/>
                    <a:pt x="3632" y="1"/>
                    <a:pt x="3318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-891751" y="3808634"/>
              <a:ext cx="290905" cy="185639"/>
            </a:xfrm>
            <a:custGeom>
              <a:avLst/>
              <a:gdLst/>
              <a:ahLst/>
              <a:cxnLst/>
              <a:rect l="l" t="t" r="r" b="b"/>
              <a:pathLst>
                <a:path w="4499" h="2871" fill="none" extrusionOk="0">
                  <a:moveTo>
                    <a:pt x="4050" y="410"/>
                  </a:moveTo>
                  <a:cubicBezTo>
                    <a:pt x="4498" y="833"/>
                    <a:pt x="3922" y="1692"/>
                    <a:pt x="2807" y="2255"/>
                  </a:cubicBezTo>
                  <a:cubicBezTo>
                    <a:pt x="1769" y="2794"/>
                    <a:pt x="680" y="2870"/>
                    <a:pt x="334" y="2460"/>
                  </a:cubicBezTo>
                  <a:cubicBezTo>
                    <a:pt x="0" y="2076"/>
                    <a:pt x="449" y="1333"/>
                    <a:pt x="1410" y="782"/>
                  </a:cubicBezTo>
                  <a:cubicBezTo>
                    <a:pt x="2410" y="192"/>
                    <a:pt x="3614" y="0"/>
                    <a:pt x="4050" y="410"/>
                  </a:cubicBez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dk2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-711930" y="3863272"/>
              <a:ext cx="29873" cy="10022"/>
            </a:xfrm>
            <a:custGeom>
              <a:avLst/>
              <a:gdLst/>
              <a:ahLst/>
              <a:cxnLst/>
              <a:rect l="l" t="t" r="r" b="b"/>
              <a:pathLst>
                <a:path w="462" h="155" fill="none" extrusionOk="0">
                  <a:moveTo>
                    <a:pt x="0" y="14"/>
                  </a:moveTo>
                  <a:cubicBezTo>
                    <a:pt x="116" y="1"/>
                    <a:pt x="333" y="1"/>
                    <a:pt x="423" y="91"/>
                  </a:cubicBezTo>
                  <a:cubicBezTo>
                    <a:pt x="436" y="103"/>
                    <a:pt x="449" y="116"/>
                    <a:pt x="462" y="155"/>
                  </a:cubicBezTo>
                </a:path>
              </a:pathLst>
            </a:custGeom>
            <a:solidFill>
              <a:schemeClr val="dk2"/>
            </a:solidFill>
            <a:ln w="28575" cap="rnd" cmpd="sng">
              <a:solidFill>
                <a:schemeClr val="dk2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-813059" y="3880666"/>
              <a:ext cx="48948" cy="37373"/>
            </a:xfrm>
            <a:custGeom>
              <a:avLst/>
              <a:gdLst/>
              <a:ahLst/>
              <a:cxnLst/>
              <a:rect l="l" t="t" r="r" b="b"/>
              <a:pathLst>
                <a:path w="757" h="578" fill="none" extrusionOk="0">
                  <a:moveTo>
                    <a:pt x="1" y="578"/>
                  </a:moveTo>
                  <a:cubicBezTo>
                    <a:pt x="103" y="424"/>
                    <a:pt x="308" y="244"/>
                    <a:pt x="565" y="103"/>
                  </a:cubicBezTo>
                  <a:cubicBezTo>
                    <a:pt x="629" y="65"/>
                    <a:pt x="693" y="27"/>
                    <a:pt x="757" y="1"/>
                  </a:cubicBezTo>
                </a:path>
              </a:pathLst>
            </a:custGeom>
            <a:solidFill>
              <a:schemeClr val="dk2"/>
            </a:solidFill>
            <a:ln w="28575" cap="rnd" cmpd="sng">
              <a:solidFill>
                <a:schemeClr val="dk2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-1130414" y="3927092"/>
              <a:ext cx="258640" cy="546118"/>
            </a:xfrm>
            <a:custGeom>
              <a:avLst/>
              <a:gdLst/>
              <a:ahLst/>
              <a:cxnLst/>
              <a:rect l="l" t="t" r="r" b="b"/>
              <a:pathLst>
                <a:path w="4000" h="8446" fill="none" extrusionOk="0">
                  <a:moveTo>
                    <a:pt x="3999" y="1"/>
                  </a:moveTo>
                  <a:lnTo>
                    <a:pt x="1" y="8445"/>
                  </a:lnTo>
                </a:path>
              </a:pathLst>
            </a:custGeom>
            <a:solidFill>
              <a:schemeClr val="dk2"/>
            </a:solidFill>
            <a:ln w="2857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" name="Google Shape;77;p2"/>
          <p:cNvGrpSpPr/>
          <p:nvPr/>
        </p:nvGrpSpPr>
        <p:grpSpPr>
          <a:xfrm>
            <a:off x="1667179" y="4104275"/>
            <a:ext cx="1039689" cy="441316"/>
            <a:chOff x="255848" y="3748111"/>
            <a:chExt cx="1370536" cy="581751"/>
          </a:xfrm>
        </p:grpSpPr>
        <p:sp>
          <p:nvSpPr>
            <p:cNvPr id="78" name="Google Shape;78;p2"/>
            <p:cNvSpPr/>
            <p:nvPr/>
          </p:nvSpPr>
          <p:spPr>
            <a:xfrm>
              <a:off x="255848" y="4064949"/>
              <a:ext cx="279331" cy="148653"/>
            </a:xfrm>
            <a:custGeom>
              <a:avLst/>
              <a:gdLst/>
              <a:ahLst/>
              <a:cxnLst/>
              <a:rect l="l" t="t" r="r" b="b"/>
              <a:pathLst>
                <a:path w="4320" h="2299" extrusionOk="0">
                  <a:moveTo>
                    <a:pt x="2042" y="1"/>
                  </a:moveTo>
                  <a:cubicBezTo>
                    <a:pt x="1195" y="1"/>
                    <a:pt x="445" y="332"/>
                    <a:pt x="244" y="829"/>
                  </a:cubicBezTo>
                  <a:cubicBezTo>
                    <a:pt x="1" y="1444"/>
                    <a:pt x="667" y="2084"/>
                    <a:pt x="1718" y="2251"/>
                  </a:cubicBezTo>
                  <a:cubicBezTo>
                    <a:pt x="1905" y="2283"/>
                    <a:pt x="2093" y="2298"/>
                    <a:pt x="2277" y="2298"/>
                  </a:cubicBezTo>
                  <a:cubicBezTo>
                    <a:pt x="3122" y="2298"/>
                    <a:pt x="3876" y="1975"/>
                    <a:pt x="4076" y="1469"/>
                  </a:cubicBezTo>
                  <a:cubicBezTo>
                    <a:pt x="4319" y="867"/>
                    <a:pt x="3653" y="226"/>
                    <a:pt x="2589" y="47"/>
                  </a:cubicBezTo>
                  <a:cubicBezTo>
                    <a:pt x="2405" y="16"/>
                    <a:pt x="2221" y="1"/>
                    <a:pt x="2042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255848" y="4056349"/>
              <a:ext cx="279331" cy="165788"/>
            </a:xfrm>
            <a:custGeom>
              <a:avLst/>
              <a:gdLst/>
              <a:ahLst/>
              <a:cxnLst/>
              <a:rect l="l" t="t" r="r" b="b"/>
              <a:pathLst>
                <a:path w="4320" h="2564" fill="none" extrusionOk="0">
                  <a:moveTo>
                    <a:pt x="4076" y="1602"/>
                  </a:moveTo>
                  <a:cubicBezTo>
                    <a:pt x="3832" y="2217"/>
                    <a:pt x="2768" y="2563"/>
                    <a:pt x="1718" y="2384"/>
                  </a:cubicBezTo>
                  <a:cubicBezTo>
                    <a:pt x="667" y="2217"/>
                    <a:pt x="1" y="1577"/>
                    <a:pt x="244" y="962"/>
                  </a:cubicBezTo>
                  <a:cubicBezTo>
                    <a:pt x="487" y="359"/>
                    <a:pt x="1538" y="1"/>
                    <a:pt x="2589" y="180"/>
                  </a:cubicBezTo>
                  <a:cubicBezTo>
                    <a:pt x="3653" y="359"/>
                    <a:pt x="4319" y="1000"/>
                    <a:pt x="4076" y="1602"/>
                  </a:cubicBez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dk2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342041" y="4115190"/>
              <a:ext cx="52245" cy="2522"/>
            </a:xfrm>
            <a:custGeom>
              <a:avLst/>
              <a:gdLst/>
              <a:ahLst/>
              <a:cxnLst/>
              <a:rect l="l" t="t" r="r" b="b"/>
              <a:pathLst>
                <a:path w="808" h="39" fill="none" extrusionOk="0">
                  <a:moveTo>
                    <a:pt x="0" y="39"/>
                  </a:moveTo>
                  <a:cubicBezTo>
                    <a:pt x="103" y="13"/>
                    <a:pt x="231" y="0"/>
                    <a:pt x="372" y="0"/>
                  </a:cubicBezTo>
                  <a:cubicBezTo>
                    <a:pt x="526" y="0"/>
                    <a:pt x="667" y="13"/>
                    <a:pt x="808" y="26"/>
                  </a:cubicBezTo>
                </a:path>
              </a:pathLst>
            </a:custGeom>
            <a:solidFill>
              <a:schemeClr val="dk2"/>
            </a:solidFill>
            <a:ln w="28575" cap="rnd" cmpd="sng">
              <a:solidFill>
                <a:schemeClr val="dk2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882282" y="4172674"/>
              <a:ext cx="279267" cy="148653"/>
            </a:xfrm>
            <a:custGeom>
              <a:avLst/>
              <a:gdLst/>
              <a:ahLst/>
              <a:cxnLst/>
              <a:rect l="l" t="t" r="r" b="b"/>
              <a:pathLst>
                <a:path w="4319" h="2299" extrusionOk="0">
                  <a:moveTo>
                    <a:pt x="2061" y="1"/>
                  </a:moveTo>
                  <a:cubicBezTo>
                    <a:pt x="1207" y="1"/>
                    <a:pt x="455" y="332"/>
                    <a:pt x="244" y="828"/>
                  </a:cubicBezTo>
                  <a:cubicBezTo>
                    <a:pt x="0" y="1444"/>
                    <a:pt x="654" y="2084"/>
                    <a:pt x="1717" y="2251"/>
                  </a:cubicBezTo>
                  <a:cubicBezTo>
                    <a:pt x="1905" y="2283"/>
                    <a:pt x="2093" y="2298"/>
                    <a:pt x="2277" y="2298"/>
                  </a:cubicBezTo>
                  <a:cubicBezTo>
                    <a:pt x="3122" y="2298"/>
                    <a:pt x="3875" y="1975"/>
                    <a:pt x="4075" y="1469"/>
                  </a:cubicBezTo>
                  <a:cubicBezTo>
                    <a:pt x="4319" y="867"/>
                    <a:pt x="3665" y="226"/>
                    <a:pt x="2614" y="47"/>
                  </a:cubicBezTo>
                  <a:cubicBezTo>
                    <a:pt x="2428" y="15"/>
                    <a:pt x="2242" y="1"/>
                    <a:pt x="2061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882282" y="4164074"/>
              <a:ext cx="279267" cy="165788"/>
            </a:xfrm>
            <a:custGeom>
              <a:avLst/>
              <a:gdLst/>
              <a:ahLst/>
              <a:cxnLst/>
              <a:rect l="l" t="t" r="r" b="b"/>
              <a:pathLst>
                <a:path w="4319" h="2564" fill="none" extrusionOk="0">
                  <a:moveTo>
                    <a:pt x="4075" y="1602"/>
                  </a:moveTo>
                  <a:cubicBezTo>
                    <a:pt x="3832" y="2217"/>
                    <a:pt x="2768" y="2563"/>
                    <a:pt x="1717" y="2384"/>
                  </a:cubicBezTo>
                  <a:cubicBezTo>
                    <a:pt x="654" y="2217"/>
                    <a:pt x="0" y="1577"/>
                    <a:pt x="244" y="961"/>
                  </a:cubicBezTo>
                  <a:cubicBezTo>
                    <a:pt x="500" y="359"/>
                    <a:pt x="1551" y="0"/>
                    <a:pt x="2614" y="180"/>
                  </a:cubicBezTo>
                  <a:cubicBezTo>
                    <a:pt x="3665" y="359"/>
                    <a:pt x="4319" y="1000"/>
                    <a:pt x="4075" y="1602"/>
                  </a:cubicBez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dk2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970932" y="4222915"/>
              <a:ext cx="50629" cy="2522"/>
            </a:xfrm>
            <a:custGeom>
              <a:avLst/>
              <a:gdLst/>
              <a:ahLst/>
              <a:cxnLst/>
              <a:rect l="l" t="t" r="r" b="b"/>
              <a:pathLst>
                <a:path w="783" h="39" fill="none" extrusionOk="0">
                  <a:moveTo>
                    <a:pt x="0" y="39"/>
                  </a:moveTo>
                  <a:cubicBezTo>
                    <a:pt x="103" y="13"/>
                    <a:pt x="218" y="0"/>
                    <a:pt x="346" y="0"/>
                  </a:cubicBezTo>
                  <a:cubicBezTo>
                    <a:pt x="500" y="0"/>
                    <a:pt x="641" y="13"/>
                    <a:pt x="782" y="26"/>
                  </a:cubicBezTo>
                </a:path>
              </a:pathLst>
            </a:custGeom>
            <a:solidFill>
              <a:schemeClr val="dk2"/>
            </a:solidFill>
            <a:ln w="28575" cap="rnd" cmpd="sng">
              <a:solidFill>
                <a:schemeClr val="dk2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506085" y="3748111"/>
              <a:ext cx="1120299" cy="527044"/>
            </a:xfrm>
            <a:custGeom>
              <a:avLst/>
              <a:gdLst/>
              <a:ahLst/>
              <a:cxnLst/>
              <a:rect l="l" t="t" r="r" b="b"/>
              <a:pathLst>
                <a:path w="17326" h="8151" fill="none" extrusionOk="0">
                  <a:moveTo>
                    <a:pt x="1" y="6664"/>
                  </a:moveTo>
                  <a:lnTo>
                    <a:pt x="8317" y="1"/>
                  </a:lnTo>
                  <a:lnTo>
                    <a:pt x="17326" y="1449"/>
                  </a:lnTo>
                  <a:lnTo>
                    <a:pt x="9829" y="8151"/>
                  </a:lnTo>
                </a:path>
              </a:pathLst>
            </a:custGeom>
            <a:solidFill>
              <a:schemeClr val="dk2"/>
            </a:solidFill>
            <a:ln w="2857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928644" y="3847560"/>
              <a:ext cx="577608" cy="101969"/>
            </a:xfrm>
            <a:custGeom>
              <a:avLst/>
              <a:gdLst/>
              <a:ahLst/>
              <a:cxnLst/>
              <a:rect l="l" t="t" r="r" b="b"/>
              <a:pathLst>
                <a:path w="8933" h="1577" fill="none" extrusionOk="0">
                  <a:moveTo>
                    <a:pt x="1" y="0"/>
                  </a:moveTo>
                  <a:lnTo>
                    <a:pt x="8933" y="1576"/>
                  </a:lnTo>
                </a:path>
              </a:pathLst>
            </a:custGeom>
            <a:solidFill>
              <a:schemeClr val="dk2"/>
            </a:solidFill>
            <a:ln w="2857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6" name="Google Shape;86;p2"/>
          <p:cNvGrpSpPr/>
          <p:nvPr/>
        </p:nvGrpSpPr>
        <p:grpSpPr>
          <a:xfrm>
            <a:off x="2761522" y="4673765"/>
            <a:ext cx="1205629" cy="587146"/>
            <a:chOff x="1698430" y="4498823"/>
            <a:chExt cx="1589281" cy="773986"/>
          </a:xfrm>
        </p:grpSpPr>
        <p:sp>
          <p:nvSpPr>
            <p:cNvPr id="87" name="Google Shape;87;p2"/>
            <p:cNvSpPr/>
            <p:nvPr/>
          </p:nvSpPr>
          <p:spPr>
            <a:xfrm>
              <a:off x="1698430" y="4919182"/>
              <a:ext cx="299182" cy="231677"/>
            </a:xfrm>
            <a:custGeom>
              <a:avLst/>
              <a:gdLst/>
              <a:ahLst/>
              <a:cxnLst/>
              <a:rect l="l" t="t" r="r" b="b"/>
              <a:pathLst>
                <a:path w="4627" h="3583" extrusionOk="0">
                  <a:moveTo>
                    <a:pt x="1912" y="1"/>
                  </a:moveTo>
                  <a:cubicBezTo>
                    <a:pt x="1110" y="1"/>
                    <a:pt x="438" y="408"/>
                    <a:pt x="257" y="1086"/>
                  </a:cubicBezTo>
                  <a:cubicBezTo>
                    <a:pt x="1" y="1995"/>
                    <a:pt x="718" y="3046"/>
                    <a:pt x="1846" y="3431"/>
                  </a:cubicBezTo>
                  <a:cubicBezTo>
                    <a:pt x="2141" y="3533"/>
                    <a:pt x="2435" y="3582"/>
                    <a:pt x="2714" y="3582"/>
                  </a:cubicBezTo>
                  <a:cubicBezTo>
                    <a:pt x="3512" y="3582"/>
                    <a:pt x="4180" y="3182"/>
                    <a:pt x="4370" y="2508"/>
                  </a:cubicBezTo>
                  <a:cubicBezTo>
                    <a:pt x="4627" y="1598"/>
                    <a:pt x="3909" y="535"/>
                    <a:pt x="2768" y="150"/>
                  </a:cubicBezTo>
                  <a:cubicBezTo>
                    <a:pt x="2477" y="49"/>
                    <a:pt x="2187" y="1"/>
                    <a:pt x="1912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1698430" y="4903146"/>
              <a:ext cx="299182" cy="263554"/>
            </a:xfrm>
            <a:custGeom>
              <a:avLst/>
              <a:gdLst/>
              <a:ahLst/>
              <a:cxnLst/>
              <a:rect l="l" t="t" r="r" b="b"/>
              <a:pathLst>
                <a:path w="4627" h="4076" fill="none" extrusionOk="0">
                  <a:moveTo>
                    <a:pt x="4370" y="2756"/>
                  </a:moveTo>
                  <a:cubicBezTo>
                    <a:pt x="4114" y="3666"/>
                    <a:pt x="2986" y="4076"/>
                    <a:pt x="1846" y="3679"/>
                  </a:cubicBezTo>
                  <a:cubicBezTo>
                    <a:pt x="718" y="3294"/>
                    <a:pt x="1" y="2243"/>
                    <a:pt x="257" y="1334"/>
                  </a:cubicBezTo>
                  <a:cubicBezTo>
                    <a:pt x="500" y="424"/>
                    <a:pt x="1628" y="1"/>
                    <a:pt x="2768" y="398"/>
                  </a:cubicBezTo>
                  <a:cubicBezTo>
                    <a:pt x="3909" y="783"/>
                    <a:pt x="4627" y="1846"/>
                    <a:pt x="4370" y="2756"/>
                  </a:cubicBezTo>
                  <a:close/>
                </a:path>
              </a:pathLst>
            </a:custGeom>
            <a:solidFill>
              <a:schemeClr val="lt2"/>
            </a:solidFill>
            <a:ln w="28575" cap="flat" cmpd="sng">
              <a:solidFill>
                <a:schemeClr val="lt2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1883231" y="5003435"/>
              <a:ext cx="33171" cy="38990"/>
            </a:xfrm>
            <a:custGeom>
              <a:avLst/>
              <a:gdLst/>
              <a:ahLst/>
              <a:cxnLst/>
              <a:rect l="l" t="t" r="r" b="b"/>
              <a:pathLst>
                <a:path w="513" h="603" fill="none" extrusionOk="0">
                  <a:moveTo>
                    <a:pt x="0" y="0"/>
                  </a:moveTo>
                  <a:cubicBezTo>
                    <a:pt x="256" y="180"/>
                    <a:pt x="436" y="398"/>
                    <a:pt x="513" y="603"/>
                  </a:cubicBezTo>
                </a:path>
              </a:pathLst>
            </a:custGeom>
            <a:solidFill>
              <a:schemeClr val="lt2"/>
            </a:solidFill>
            <a:ln w="28575" cap="rnd" cmpd="sng">
              <a:solidFill>
                <a:schemeClr val="lt2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1777122" y="4983520"/>
              <a:ext cx="68863" cy="23278"/>
            </a:xfrm>
            <a:custGeom>
              <a:avLst/>
              <a:gdLst/>
              <a:ahLst/>
              <a:cxnLst/>
              <a:rect l="l" t="t" r="r" b="b"/>
              <a:pathLst>
                <a:path w="1065" h="360" fill="none" extrusionOk="0">
                  <a:moveTo>
                    <a:pt x="1" y="360"/>
                  </a:moveTo>
                  <a:cubicBezTo>
                    <a:pt x="78" y="103"/>
                    <a:pt x="411" y="14"/>
                    <a:pt x="667" y="14"/>
                  </a:cubicBezTo>
                  <a:cubicBezTo>
                    <a:pt x="795" y="1"/>
                    <a:pt x="936" y="26"/>
                    <a:pt x="1065" y="52"/>
                  </a:cubicBezTo>
                </a:path>
              </a:pathLst>
            </a:custGeom>
            <a:solidFill>
              <a:schemeClr val="lt2"/>
            </a:solidFill>
            <a:ln w="28575" cap="rnd" cmpd="sng">
              <a:solidFill>
                <a:schemeClr val="lt2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2442482" y="5021152"/>
              <a:ext cx="309139" cy="235750"/>
            </a:xfrm>
            <a:custGeom>
              <a:avLst/>
              <a:gdLst/>
              <a:ahLst/>
              <a:cxnLst/>
              <a:rect l="l" t="t" r="r" b="b"/>
              <a:pathLst>
                <a:path w="4781" h="3646" extrusionOk="0">
                  <a:moveTo>
                    <a:pt x="1976" y="0"/>
                  </a:moveTo>
                  <a:cubicBezTo>
                    <a:pt x="1149" y="0"/>
                    <a:pt x="458" y="410"/>
                    <a:pt x="257" y="1098"/>
                  </a:cubicBezTo>
                  <a:cubicBezTo>
                    <a:pt x="1" y="2020"/>
                    <a:pt x="731" y="3084"/>
                    <a:pt x="1897" y="3494"/>
                  </a:cubicBezTo>
                  <a:cubicBezTo>
                    <a:pt x="2202" y="3596"/>
                    <a:pt x="2505" y="3645"/>
                    <a:pt x="2793" y="3645"/>
                  </a:cubicBezTo>
                  <a:cubicBezTo>
                    <a:pt x="3619" y="3645"/>
                    <a:pt x="4312" y="3243"/>
                    <a:pt x="4512" y="2558"/>
                  </a:cubicBezTo>
                  <a:cubicBezTo>
                    <a:pt x="4781" y="1623"/>
                    <a:pt x="4038" y="547"/>
                    <a:pt x="2859" y="149"/>
                  </a:cubicBezTo>
                  <a:cubicBezTo>
                    <a:pt x="2558" y="48"/>
                    <a:pt x="2259" y="0"/>
                    <a:pt x="1976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2"/>
            <p:cNvSpPr/>
            <p:nvPr/>
          </p:nvSpPr>
          <p:spPr>
            <a:xfrm>
              <a:off x="2442482" y="5005116"/>
              <a:ext cx="309139" cy="267692"/>
            </a:xfrm>
            <a:custGeom>
              <a:avLst/>
              <a:gdLst/>
              <a:ahLst/>
              <a:cxnLst/>
              <a:rect l="l" t="t" r="r" b="b"/>
              <a:pathLst>
                <a:path w="4781" h="4140" fill="none" extrusionOk="0">
                  <a:moveTo>
                    <a:pt x="4512" y="2806"/>
                  </a:moveTo>
                  <a:cubicBezTo>
                    <a:pt x="4243" y="3729"/>
                    <a:pt x="3076" y="4139"/>
                    <a:pt x="1897" y="3742"/>
                  </a:cubicBezTo>
                  <a:cubicBezTo>
                    <a:pt x="731" y="3332"/>
                    <a:pt x="1" y="2268"/>
                    <a:pt x="257" y="1346"/>
                  </a:cubicBezTo>
                  <a:cubicBezTo>
                    <a:pt x="526" y="423"/>
                    <a:pt x="1680" y="0"/>
                    <a:pt x="2859" y="397"/>
                  </a:cubicBezTo>
                  <a:cubicBezTo>
                    <a:pt x="4038" y="795"/>
                    <a:pt x="4781" y="1871"/>
                    <a:pt x="4512" y="2806"/>
                  </a:cubicBezTo>
                  <a:close/>
                </a:path>
              </a:pathLst>
            </a:custGeom>
            <a:solidFill>
              <a:schemeClr val="lt2"/>
            </a:solidFill>
            <a:ln w="28575" cap="flat" cmpd="sng">
              <a:solidFill>
                <a:schemeClr val="lt2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2"/>
            <p:cNvSpPr/>
            <p:nvPr/>
          </p:nvSpPr>
          <p:spPr>
            <a:xfrm>
              <a:off x="2628123" y="5102043"/>
              <a:ext cx="40671" cy="41447"/>
            </a:xfrm>
            <a:custGeom>
              <a:avLst/>
              <a:gdLst/>
              <a:ahLst/>
              <a:cxnLst/>
              <a:rect l="l" t="t" r="r" b="b"/>
              <a:pathLst>
                <a:path w="629" h="641" fill="none" extrusionOk="0">
                  <a:moveTo>
                    <a:pt x="0" y="0"/>
                  </a:moveTo>
                  <a:cubicBezTo>
                    <a:pt x="308" y="180"/>
                    <a:pt x="526" y="410"/>
                    <a:pt x="628" y="641"/>
                  </a:cubicBezTo>
                </a:path>
              </a:pathLst>
            </a:custGeom>
            <a:solidFill>
              <a:schemeClr val="lt2"/>
            </a:solidFill>
            <a:ln w="28575" cap="rnd" cmpd="sng">
              <a:solidFill>
                <a:schemeClr val="lt2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2521239" y="5085490"/>
              <a:ext cx="75458" cy="24054"/>
            </a:xfrm>
            <a:custGeom>
              <a:avLst/>
              <a:gdLst/>
              <a:ahLst/>
              <a:cxnLst/>
              <a:rect l="l" t="t" r="r" b="b"/>
              <a:pathLst>
                <a:path w="1167" h="372" fill="none" extrusionOk="0">
                  <a:moveTo>
                    <a:pt x="0" y="372"/>
                  </a:moveTo>
                  <a:cubicBezTo>
                    <a:pt x="77" y="128"/>
                    <a:pt x="423" y="13"/>
                    <a:pt x="731" y="0"/>
                  </a:cubicBezTo>
                  <a:cubicBezTo>
                    <a:pt x="872" y="0"/>
                    <a:pt x="1025" y="26"/>
                    <a:pt x="1166" y="64"/>
                  </a:cubicBezTo>
                </a:path>
              </a:pathLst>
            </a:custGeom>
            <a:solidFill>
              <a:schemeClr val="lt2"/>
            </a:solidFill>
            <a:ln w="28575" cap="rnd" cmpd="sng">
              <a:solidFill>
                <a:schemeClr val="lt2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1960242" y="4498823"/>
              <a:ext cx="1327470" cy="711777"/>
            </a:xfrm>
            <a:custGeom>
              <a:avLst/>
              <a:gdLst/>
              <a:ahLst/>
              <a:cxnLst/>
              <a:rect l="l" t="t" r="r" b="b"/>
              <a:pathLst>
                <a:path w="20530" h="11008" fill="none" extrusionOk="0">
                  <a:moveTo>
                    <a:pt x="1" y="9560"/>
                  </a:moveTo>
                  <a:lnTo>
                    <a:pt x="9022" y="0"/>
                  </a:lnTo>
                  <a:lnTo>
                    <a:pt x="20530" y="1115"/>
                  </a:lnTo>
                  <a:lnTo>
                    <a:pt x="11790" y="11008"/>
                  </a:lnTo>
                </a:path>
              </a:pathLst>
            </a:custGeom>
            <a:solidFill>
              <a:schemeClr val="lt2"/>
            </a:solidFill>
            <a:ln w="285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2444163" y="4604026"/>
              <a:ext cx="732533" cy="92916"/>
            </a:xfrm>
            <a:custGeom>
              <a:avLst/>
              <a:gdLst/>
              <a:ahLst/>
              <a:cxnLst/>
              <a:rect l="l" t="t" r="r" b="b"/>
              <a:pathLst>
                <a:path w="11329" h="1437" fill="none" extrusionOk="0">
                  <a:moveTo>
                    <a:pt x="1" y="1"/>
                  </a:moveTo>
                  <a:lnTo>
                    <a:pt x="11329" y="1436"/>
                  </a:lnTo>
                </a:path>
              </a:pathLst>
            </a:custGeom>
            <a:solidFill>
              <a:schemeClr val="lt2"/>
            </a:solidFill>
            <a:ln w="285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7" name="Google Shape;97;p2"/>
          <p:cNvGrpSpPr/>
          <p:nvPr/>
        </p:nvGrpSpPr>
        <p:grpSpPr>
          <a:xfrm>
            <a:off x="2954752" y="-419280"/>
            <a:ext cx="730857" cy="806876"/>
            <a:chOff x="6799261" y="3792016"/>
            <a:chExt cx="836125" cy="923094"/>
          </a:xfrm>
        </p:grpSpPr>
        <p:sp>
          <p:nvSpPr>
            <p:cNvPr id="98" name="Google Shape;98;p2"/>
            <p:cNvSpPr/>
            <p:nvPr/>
          </p:nvSpPr>
          <p:spPr>
            <a:xfrm>
              <a:off x="6799261" y="4450327"/>
              <a:ext cx="253597" cy="227733"/>
            </a:xfrm>
            <a:custGeom>
              <a:avLst/>
              <a:gdLst/>
              <a:ahLst/>
              <a:cxnLst/>
              <a:rect l="l" t="t" r="r" b="b"/>
              <a:pathLst>
                <a:path w="3922" h="3522" extrusionOk="0">
                  <a:moveTo>
                    <a:pt x="2548" y="0"/>
                  </a:moveTo>
                  <a:cubicBezTo>
                    <a:pt x="2122" y="0"/>
                    <a:pt x="1633" y="183"/>
                    <a:pt x="1192" y="545"/>
                  </a:cubicBezTo>
                  <a:cubicBezTo>
                    <a:pt x="346" y="1250"/>
                    <a:pt x="0" y="2352"/>
                    <a:pt x="423" y="3031"/>
                  </a:cubicBezTo>
                  <a:cubicBezTo>
                    <a:pt x="625" y="3358"/>
                    <a:pt x="974" y="3522"/>
                    <a:pt x="1377" y="3522"/>
                  </a:cubicBezTo>
                  <a:cubicBezTo>
                    <a:pt x="1796" y="3522"/>
                    <a:pt x="2273" y="3345"/>
                    <a:pt x="2704" y="2993"/>
                  </a:cubicBezTo>
                  <a:cubicBezTo>
                    <a:pt x="3563" y="2288"/>
                    <a:pt x="3922" y="1173"/>
                    <a:pt x="3499" y="494"/>
                  </a:cubicBezTo>
                  <a:cubicBezTo>
                    <a:pt x="3299" y="164"/>
                    <a:pt x="2952" y="0"/>
                    <a:pt x="2548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6799261" y="4438300"/>
              <a:ext cx="253597" cy="251139"/>
            </a:xfrm>
            <a:custGeom>
              <a:avLst/>
              <a:gdLst/>
              <a:ahLst/>
              <a:cxnLst/>
              <a:rect l="l" t="t" r="r" b="b"/>
              <a:pathLst>
                <a:path w="3922" h="3884" fill="none" extrusionOk="0">
                  <a:moveTo>
                    <a:pt x="3499" y="680"/>
                  </a:moveTo>
                  <a:cubicBezTo>
                    <a:pt x="3922" y="1359"/>
                    <a:pt x="3563" y="2474"/>
                    <a:pt x="2704" y="3179"/>
                  </a:cubicBezTo>
                  <a:cubicBezTo>
                    <a:pt x="1859" y="3871"/>
                    <a:pt x="833" y="3884"/>
                    <a:pt x="423" y="3217"/>
                  </a:cubicBezTo>
                  <a:cubicBezTo>
                    <a:pt x="0" y="2538"/>
                    <a:pt x="346" y="1436"/>
                    <a:pt x="1192" y="731"/>
                  </a:cubicBezTo>
                  <a:cubicBezTo>
                    <a:pt x="2051" y="27"/>
                    <a:pt x="3089" y="1"/>
                    <a:pt x="3499" y="680"/>
                  </a:cubicBezTo>
                  <a:close/>
                </a:path>
              </a:pathLst>
            </a:custGeom>
            <a:solidFill>
              <a:schemeClr val="lt2"/>
            </a:solidFill>
            <a:ln w="28575" cap="flat" cmpd="sng">
              <a:solidFill>
                <a:schemeClr val="lt2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6921081" y="4517057"/>
              <a:ext cx="50564" cy="14161"/>
            </a:xfrm>
            <a:custGeom>
              <a:avLst/>
              <a:gdLst/>
              <a:ahLst/>
              <a:cxnLst/>
              <a:rect l="l" t="t" r="r" b="b"/>
              <a:pathLst>
                <a:path w="782" h="219" fill="none" extrusionOk="0">
                  <a:moveTo>
                    <a:pt x="0" y="218"/>
                  </a:moveTo>
                  <a:cubicBezTo>
                    <a:pt x="64" y="180"/>
                    <a:pt x="128" y="141"/>
                    <a:pt x="192" y="116"/>
                  </a:cubicBezTo>
                  <a:cubicBezTo>
                    <a:pt x="487" y="0"/>
                    <a:pt x="718" y="39"/>
                    <a:pt x="782" y="154"/>
                  </a:cubicBezTo>
                </a:path>
              </a:pathLst>
            </a:custGeom>
            <a:solidFill>
              <a:schemeClr val="lt2"/>
            </a:solidFill>
            <a:ln w="28575" cap="rnd" cmpd="sng">
              <a:solidFill>
                <a:schemeClr val="lt2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6874655" y="4557664"/>
              <a:ext cx="17458" cy="44809"/>
            </a:xfrm>
            <a:custGeom>
              <a:avLst/>
              <a:gdLst/>
              <a:ahLst/>
              <a:cxnLst/>
              <a:rect l="l" t="t" r="r" b="b"/>
              <a:pathLst>
                <a:path w="270" h="693" fill="none" extrusionOk="0">
                  <a:moveTo>
                    <a:pt x="77" y="692"/>
                  </a:moveTo>
                  <a:cubicBezTo>
                    <a:pt x="1" y="577"/>
                    <a:pt x="65" y="295"/>
                    <a:pt x="270" y="0"/>
                  </a:cubicBezTo>
                </a:path>
              </a:pathLst>
            </a:custGeom>
            <a:solidFill>
              <a:schemeClr val="lt2"/>
            </a:solidFill>
            <a:ln w="28575" cap="rnd" cmpd="sng">
              <a:solidFill>
                <a:schemeClr val="lt2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7369310" y="4471213"/>
              <a:ext cx="266076" cy="232323"/>
            </a:xfrm>
            <a:custGeom>
              <a:avLst/>
              <a:gdLst/>
              <a:ahLst/>
              <a:cxnLst/>
              <a:rect l="l" t="t" r="r" b="b"/>
              <a:pathLst>
                <a:path w="4115" h="3593" extrusionOk="0">
                  <a:moveTo>
                    <a:pt x="2700" y="1"/>
                  </a:moveTo>
                  <a:cubicBezTo>
                    <a:pt x="2254" y="1"/>
                    <a:pt x="1743" y="187"/>
                    <a:pt x="1282" y="556"/>
                  </a:cubicBezTo>
                  <a:cubicBezTo>
                    <a:pt x="385" y="1273"/>
                    <a:pt x="1" y="2401"/>
                    <a:pt x="424" y="3093"/>
                  </a:cubicBezTo>
                  <a:cubicBezTo>
                    <a:pt x="631" y="3426"/>
                    <a:pt x="993" y="3593"/>
                    <a:pt x="1414" y="3593"/>
                  </a:cubicBezTo>
                  <a:cubicBezTo>
                    <a:pt x="1850" y="3593"/>
                    <a:pt x="2350" y="3413"/>
                    <a:pt x="2807" y="3054"/>
                  </a:cubicBezTo>
                  <a:cubicBezTo>
                    <a:pt x="3717" y="2337"/>
                    <a:pt x="4114" y="1196"/>
                    <a:pt x="3691" y="504"/>
                  </a:cubicBezTo>
                  <a:cubicBezTo>
                    <a:pt x="3486" y="168"/>
                    <a:pt x="3122" y="1"/>
                    <a:pt x="2700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7369310" y="4459056"/>
              <a:ext cx="266076" cy="256054"/>
            </a:xfrm>
            <a:custGeom>
              <a:avLst/>
              <a:gdLst/>
              <a:ahLst/>
              <a:cxnLst/>
              <a:rect l="l" t="t" r="r" b="b"/>
              <a:pathLst>
                <a:path w="4115" h="3960" fill="none" extrusionOk="0">
                  <a:moveTo>
                    <a:pt x="3691" y="692"/>
                  </a:moveTo>
                  <a:cubicBezTo>
                    <a:pt x="4114" y="1384"/>
                    <a:pt x="3717" y="2525"/>
                    <a:pt x="2807" y="3242"/>
                  </a:cubicBezTo>
                  <a:cubicBezTo>
                    <a:pt x="1910" y="3947"/>
                    <a:pt x="847" y="3960"/>
                    <a:pt x="424" y="3281"/>
                  </a:cubicBezTo>
                  <a:cubicBezTo>
                    <a:pt x="1" y="2589"/>
                    <a:pt x="385" y="1461"/>
                    <a:pt x="1282" y="744"/>
                  </a:cubicBezTo>
                  <a:cubicBezTo>
                    <a:pt x="2179" y="26"/>
                    <a:pt x="3269" y="0"/>
                    <a:pt x="3691" y="692"/>
                  </a:cubicBezTo>
                  <a:close/>
                </a:path>
              </a:pathLst>
            </a:custGeom>
            <a:solidFill>
              <a:schemeClr val="lt2"/>
            </a:solidFill>
            <a:ln w="28575" cap="flat" cmpd="sng">
              <a:solidFill>
                <a:schemeClr val="lt2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7496110" y="4539430"/>
              <a:ext cx="54767" cy="14936"/>
            </a:xfrm>
            <a:custGeom>
              <a:avLst/>
              <a:gdLst/>
              <a:ahLst/>
              <a:cxnLst/>
              <a:rect l="l" t="t" r="r" b="b"/>
              <a:pathLst>
                <a:path w="847" h="231" fill="none" extrusionOk="0">
                  <a:moveTo>
                    <a:pt x="0" y="231"/>
                  </a:moveTo>
                  <a:cubicBezTo>
                    <a:pt x="77" y="193"/>
                    <a:pt x="154" y="154"/>
                    <a:pt x="231" y="116"/>
                  </a:cubicBezTo>
                  <a:cubicBezTo>
                    <a:pt x="539" y="0"/>
                    <a:pt x="769" y="39"/>
                    <a:pt x="846" y="154"/>
                  </a:cubicBezTo>
                </a:path>
              </a:pathLst>
            </a:custGeom>
            <a:solidFill>
              <a:schemeClr val="lt2"/>
            </a:solidFill>
            <a:ln w="28575" cap="rnd" cmpd="sng">
              <a:solidFill>
                <a:schemeClr val="lt2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7448067" y="4580037"/>
              <a:ext cx="19075" cy="46426"/>
            </a:xfrm>
            <a:custGeom>
              <a:avLst/>
              <a:gdLst/>
              <a:ahLst/>
              <a:cxnLst/>
              <a:rect l="l" t="t" r="r" b="b"/>
              <a:pathLst>
                <a:path w="295" h="718" fill="none" extrusionOk="0">
                  <a:moveTo>
                    <a:pt x="77" y="718"/>
                  </a:moveTo>
                  <a:cubicBezTo>
                    <a:pt x="0" y="603"/>
                    <a:pt x="64" y="295"/>
                    <a:pt x="295" y="0"/>
                  </a:cubicBezTo>
                </a:path>
              </a:pathLst>
            </a:custGeom>
            <a:solidFill>
              <a:schemeClr val="lt2"/>
            </a:solidFill>
            <a:ln w="28575" cap="rnd" cmpd="sng">
              <a:solidFill>
                <a:schemeClr val="lt2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6865538" y="3792016"/>
              <a:ext cx="750767" cy="732533"/>
            </a:xfrm>
            <a:custGeom>
              <a:avLst/>
              <a:gdLst/>
              <a:ahLst/>
              <a:cxnLst/>
              <a:rect l="l" t="t" r="r" b="b"/>
              <a:pathLst>
                <a:path w="11611" h="11329" fill="none" extrusionOk="0">
                  <a:moveTo>
                    <a:pt x="2615" y="11008"/>
                  </a:moveTo>
                  <a:lnTo>
                    <a:pt x="1" y="1"/>
                  </a:lnTo>
                  <a:lnTo>
                    <a:pt x="8638" y="398"/>
                  </a:lnTo>
                  <a:lnTo>
                    <a:pt x="11611" y="11329"/>
                  </a:lnTo>
                </a:path>
              </a:pathLst>
            </a:custGeom>
            <a:solidFill>
              <a:schemeClr val="lt2"/>
            </a:solidFill>
            <a:ln w="285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6901166" y="3942029"/>
              <a:ext cx="567650" cy="40671"/>
            </a:xfrm>
            <a:custGeom>
              <a:avLst/>
              <a:gdLst/>
              <a:ahLst/>
              <a:cxnLst/>
              <a:rect l="l" t="t" r="r" b="b"/>
              <a:pathLst>
                <a:path w="8779" h="629" fill="none" extrusionOk="0">
                  <a:moveTo>
                    <a:pt x="1" y="0"/>
                  </a:moveTo>
                  <a:lnTo>
                    <a:pt x="8779" y="628"/>
                  </a:lnTo>
                </a:path>
              </a:pathLst>
            </a:custGeom>
            <a:solidFill>
              <a:schemeClr val="lt2"/>
            </a:solidFill>
            <a:ln w="285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8" name="Google Shape;108;p2"/>
          <p:cNvGrpSpPr/>
          <p:nvPr/>
        </p:nvGrpSpPr>
        <p:grpSpPr>
          <a:xfrm>
            <a:off x="4143427" y="4177040"/>
            <a:ext cx="467704" cy="604070"/>
            <a:chOff x="3429335" y="3683515"/>
            <a:chExt cx="616535" cy="796296"/>
          </a:xfrm>
        </p:grpSpPr>
        <p:sp>
          <p:nvSpPr>
            <p:cNvPr id="109" name="Google Shape;109;p2"/>
            <p:cNvSpPr/>
            <p:nvPr/>
          </p:nvSpPr>
          <p:spPr>
            <a:xfrm>
              <a:off x="3429335" y="4045163"/>
              <a:ext cx="174129" cy="133458"/>
            </a:xfrm>
            <a:custGeom>
              <a:avLst/>
              <a:gdLst/>
              <a:ahLst/>
              <a:cxnLst/>
              <a:rect l="l" t="t" r="r" b="b"/>
              <a:pathLst>
                <a:path w="2693" h="2064" extrusionOk="0">
                  <a:moveTo>
                    <a:pt x="1289" y="0"/>
                  </a:moveTo>
                  <a:cubicBezTo>
                    <a:pt x="635" y="0"/>
                    <a:pt x="88" y="392"/>
                    <a:pt x="52" y="917"/>
                  </a:cubicBezTo>
                  <a:cubicBezTo>
                    <a:pt x="1" y="1481"/>
                    <a:pt x="539" y="1993"/>
                    <a:pt x="1257" y="2057"/>
                  </a:cubicBezTo>
                  <a:cubicBezTo>
                    <a:pt x="1306" y="2062"/>
                    <a:pt x="1356" y="2064"/>
                    <a:pt x="1404" y="2064"/>
                  </a:cubicBezTo>
                  <a:cubicBezTo>
                    <a:pt x="2057" y="2064"/>
                    <a:pt x="2593" y="1672"/>
                    <a:pt x="2641" y="1147"/>
                  </a:cubicBezTo>
                  <a:cubicBezTo>
                    <a:pt x="2692" y="571"/>
                    <a:pt x="2154" y="58"/>
                    <a:pt x="1436" y="7"/>
                  </a:cubicBezTo>
                  <a:cubicBezTo>
                    <a:pt x="1387" y="3"/>
                    <a:pt x="1337" y="0"/>
                    <a:pt x="1289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2"/>
            <p:cNvSpPr/>
            <p:nvPr/>
          </p:nvSpPr>
          <p:spPr>
            <a:xfrm>
              <a:off x="3429335" y="4041413"/>
              <a:ext cx="174129" cy="140959"/>
            </a:xfrm>
            <a:custGeom>
              <a:avLst/>
              <a:gdLst/>
              <a:ahLst/>
              <a:cxnLst/>
              <a:rect l="l" t="t" r="r" b="b"/>
              <a:pathLst>
                <a:path w="2693" h="2180" fill="none" extrusionOk="0">
                  <a:moveTo>
                    <a:pt x="2641" y="1205"/>
                  </a:moveTo>
                  <a:cubicBezTo>
                    <a:pt x="2590" y="1769"/>
                    <a:pt x="1974" y="2179"/>
                    <a:pt x="1257" y="2115"/>
                  </a:cubicBezTo>
                  <a:cubicBezTo>
                    <a:pt x="539" y="2051"/>
                    <a:pt x="1" y="1539"/>
                    <a:pt x="52" y="975"/>
                  </a:cubicBezTo>
                  <a:cubicBezTo>
                    <a:pt x="91" y="411"/>
                    <a:pt x="719" y="1"/>
                    <a:pt x="1436" y="65"/>
                  </a:cubicBezTo>
                  <a:cubicBezTo>
                    <a:pt x="2154" y="116"/>
                    <a:pt x="2692" y="629"/>
                    <a:pt x="2641" y="1205"/>
                  </a:cubicBez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dk2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2"/>
            <p:cNvSpPr/>
            <p:nvPr/>
          </p:nvSpPr>
          <p:spPr>
            <a:xfrm>
              <a:off x="3711902" y="4342602"/>
              <a:ext cx="174065" cy="134169"/>
            </a:xfrm>
            <a:custGeom>
              <a:avLst/>
              <a:gdLst/>
              <a:ahLst/>
              <a:cxnLst/>
              <a:rect l="l" t="t" r="r" b="b"/>
              <a:pathLst>
                <a:path w="2692" h="2075" extrusionOk="0">
                  <a:moveTo>
                    <a:pt x="1289" y="1"/>
                  </a:moveTo>
                  <a:cubicBezTo>
                    <a:pt x="636" y="1"/>
                    <a:pt x="100" y="393"/>
                    <a:pt x="52" y="930"/>
                  </a:cubicBezTo>
                  <a:cubicBezTo>
                    <a:pt x="1" y="1494"/>
                    <a:pt x="539" y="2006"/>
                    <a:pt x="1257" y="2070"/>
                  </a:cubicBezTo>
                  <a:cubicBezTo>
                    <a:pt x="1298" y="2073"/>
                    <a:pt x="1340" y="2075"/>
                    <a:pt x="1381" y="2075"/>
                  </a:cubicBezTo>
                  <a:cubicBezTo>
                    <a:pt x="2045" y="2075"/>
                    <a:pt x="2605" y="1691"/>
                    <a:pt x="2653" y="1148"/>
                  </a:cubicBezTo>
                  <a:cubicBezTo>
                    <a:pt x="2692" y="584"/>
                    <a:pt x="2154" y="71"/>
                    <a:pt x="1436" y="7"/>
                  </a:cubicBezTo>
                  <a:cubicBezTo>
                    <a:pt x="1386" y="3"/>
                    <a:pt x="1337" y="1"/>
                    <a:pt x="1289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2"/>
            <p:cNvSpPr/>
            <p:nvPr/>
          </p:nvSpPr>
          <p:spPr>
            <a:xfrm>
              <a:off x="3711902" y="4338917"/>
              <a:ext cx="174065" cy="140894"/>
            </a:xfrm>
            <a:custGeom>
              <a:avLst/>
              <a:gdLst/>
              <a:ahLst/>
              <a:cxnLst/>
              <a:rect l="l" t="t" r="r" b="b"/>
              <a:pathLst>
                <a:path w="2692" h="2179" fill="none" extrusionOk="0">
                  <a:moveTo>
                    <a:pt x="2653" y="1205"/>
                  </a:moveTo>
                  <a:cubicBezTo>
                    <a:pt x="2602" y="1781"/>
                    <a:pt x="1974" y="2179"/>
                    <a:pt x="1257" y="2127"/>
                  </a:cubicBezTo>
                  <a:cubicBezTo>
                    <a:pt x="539" y="2063"/>
                    <a:pt x="1" y="1551"/>
                    <a:pt x="52" y="987"/>
                  </a:cubicBezTo>
                  <a:cubicBezTo>
                    <a:pt x="103" y="410"/>
                    <a:pt x="718" y="0"/>
                    <a:pt x="1436" y="64"/>
                  </a:cubicBezTo>
                  <a:cubicBezTo>
                    <a:pt x="2154" y="128"/>
                    <a:pt x="2692" y="641"/>
                    <a:pt x="2653" y="1205"/>
                  </a:cubicBez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dk2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3595901" y="3683515"/>
              <a:ext cx="449969" cy="749086"/>
            </a:xfrm>
            <a:custGeom>
              <a:avLst/>
              <a:gdLst/>
              <a:ahLst/>
              <a:cxnLst/>
              <a:rect l="l" t="t" r="r" b="b"/>
              <a:pathLst>
                <a:path w="6959" h="11585" fill="none" extrusionOk="0">
                  <a:moveTo>
                    <a:pt x="1" y="6984"/>
                  </a:moveTo>
                  <a:lnTo>
                    <a:pt x="2897" y="0"/>
                  </a:lnTo>
                  <a:lnTo>
                    <a:pt x="6959" y="4536"/>
                  </a:lnTo>
                  <a:lnTo>
                    <a:pt x="4383" y="11584"/>
                  </a:lnTo>
                </a:path>
              </a:pathLst>
            </a:custGeom>
            <a:solidFill>
              <a:schemeClr val="dk2"/>
            </a:solidFill>
            <a:ln w="2857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2"/>
            <p:cNvSpPr/>
            <p:nvPr/>
          </p:nvSpPr>
          <p:spPr>
            <a:xfrm>
              <a:off x="3744233" y="3777920"/>
              <a:ext cx="262714" cy="303320"/>
            </a:xfrm>
            <a:custGeom>
              <a:avLst/>
              <a:gdLst/>
              <a:ahLst/>
              <a:cxnLst/>
              <a:rect l="l" t="t" r="r" b="b"/>
              <a:pathLst>
                <a:path w="4063" h="4691" fill="none" extrusionOk="0">
                  <a:moveTo>
                    <a:pt x="0" y="1"/>
                  </a:moveTo>
                  <a:lnTo>
                    <a:pt x="4063" y="4691"/>
                  </a:lnTo>
                </a:path>
              </a:pathLst>
            </a:custGeom>
            <a:solidFill>
              <a:schemeClr val="dk2"/>
            </a:solidFill>
            <a:ln w="2857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5" name="Google Shape;115;p2"/>
          <p:cNvSpPr/>
          <p:nvPr/>
        </p:nvSpPr>
        <p:spPr>
          <a:xfrm>
            <a:off x="9584669" y="4317891"/>
            <a:ext cx="63707" cy="207566"/>
          </a:xfrm>
          <a:custGeom>
            <a:avLst/>
            <a:gdLst/>
            <a:ahLst/>
            <a:cxnLst/>
            <a:rect l="l" t="t" r="r" b="b"/>
            <a:pathLst>
              <a:path w="577" h="1880" extrusionOk="0">
                <a:moveTo>
                  <a:pt x="577" y="1880"/>
                </a:moveTo>
                <a:cubicBezTo>
                  <a:pt x="577" y="1880"/>
                  <a:pt x="577" y="1880"/>
                  <a:pt x="577" y="1880"/>
                </a:cubicBezTo>
                <a:cubicBezTo>
                  <a:pt x="577" y="1880"/>
                  <a:pt x="577" y="1880"/>
                  <a:pt x="577" y="1880"/>
                </a:cubicBezTo>
                <a:close/>
                <a:moveTo>
                  <a:pt x="577" y="1880"/>
                </a:moveTo>
                <a:lnTo>
                  <a:pt x="577" y="1880"/>
                </a:lnTo>
                <a:lnTo>
                  <a:pt x="577" y="1880"/>
                </a:lnTo>
                <a:close/>
                <a:moveTo>
                  <a:pt x="552" y="1880"/>
                </a:moveTo>
                <a:lnTo>
                  <a:pt x="552" y="1880"/>
                </a:lnTo>
                <a:lnTo>
                  <a:pt x="552" y="1880"/>
                </a:lnTo>
                <a:close/>
                <a:moveTo>
                  <a:pt x="552" y="1855"/>
                </a:moveTo>
                <a:lnTo>
                  <a:pt x="552" y="1855"/>
                </a:lnTo>
                <a:lnTo>
                  <a:pt x="552" y="1855"/>
                </a:lnTo>
                <a:close/>
                <a:moveTo>
                  <a:pt x="552" y="1855"/>
                </a:moveTo>
                <a:lnTo>
                  <a:pt x="552" y="1855"/>
                </a:lnTo>
                <a:lnTo>
                  <a:pt x="552" y="1855"/>
                </a:lnTo>
                <a:close/>
                <a:moveTo>
                  <a:pt x="552" y="1855"/>
                </a:moveTo>
                <a:cubicBezTo>
                  <a:pt x="552" y="1855"/>
                  <a:pt x="552" y="1855"/>
                  <a:pt x="552" y="1855"/>
                </a:cubicBezTo>
                <a:cubicBezTo>
                  <a:pt x="552" y="1855"/>
                  <a:pt x="552" y="1855"/>
                  <a:pt x="552" y="1855"/>
                </a:cubicBezTo>
                <a:close/>
                <a:moveTo>
                  <a:pt x="527" y="1855"/>
                </a:moveTo>
                <a:lnTo>
                  <a:pt x="527" y="1855"/>
                </a:lnTo>
                <a:lnTo>
                  <a:pt x="527" y="1855"/>
                </a:lnTo>
                <a:close/>
                <a:moveTo>
                  <a:pt x="527" y="1830"/>
                </a:moveTo>
                <a:lnTo>
                  <a:pt x="527" y="1830"/>
                </a:lnTo>
                <a:cubicBezTo>
                  <a:pt x="527" y="1830"/>
                  <a:pt x="527" y="1830"/>
                  <a:pt x="527" y="1830"/>
                </a:cubicBezTo>
                <a:close/>
                <a:moveTo>
                  <a:pt x="527" y="1830"/>
                </a:moveTo>
                <a:lnTo>
                  <a:pt x="527" y="1830"/>
                </a:lnTo>
                <a:lnTo>
                  <a:pt x="527" y="1830"/>
                </a:lnTo>
                <a:close/>
                <a:moveTo>
                  <a:pt x="527" y="1830"/>
                </a:moveTo>
                <a:cubicBezTo>
                  <a:pt x="527" y="1830"/>
                  <a:pt x="527" y="1830"/>
                  <a:pt x="527" y="1830"/>
                </a:cubicBezTo>
                <a:cubicBezTo>
                  <a:pt x="527" y="1830"/>
                  <a:pt x="527" y="1830"/>
                  <a:pt x="527" y="1830"/>
                </a:cubicBezTo>
                <a:close/>
                <a:moveTo>
                  <a:pt x="527" y="1830"/>
                </a:moveTo>
                <a:cubicBezTo>
                  <a:pt x="527" y="1830"/>
                  <a:pt x="527" y="1830"/>
                  <a:pt x="527" y="1830"/>
                </a:cubicBezTo>
                <a:cubicBezTo>
                  <a:pt x="527" y="1830"/>
                  <a:pt x="527" y="1830"/>
                  <a:pt x="527" y="1830"/>
                </a:cubicBezTo>
                <a:close/>
                <a:moveTo>
                  <a:pt x="501" y="1830"/>
                </a:moveTo>
                <a:lnTo>
                  <a:pt x="501" y="1805"/>
                </a:lnTo>
                <a:lnTo>
                  <a:pt x="501" y="1830"/>
                </a:lnTo>
                <a:close/>
                <a:moveTo>
                  <a:pt x="501" y="1805"/>
                </a:moveTo>
                <a:cubicBezTo>
                  <a:pt x="501" y="1805"/>
                  <a:pt x="501" y="1805"/>
                  <a:pt x="501" y="1805"/>
                </a:cubicBezTo>
                <a:cubicBezTo>
                  <a:pt x="501" y="1805"/>
                  <a:pt x="501" y="1805"/>
                  <a:pt x="501" y="1805"/>
                </a:cubicBezTo>
                <a:close/>
                <a:moveTo>
                  <a:pt x="501" y="1805"/>
                </a:moveTo>
                <a:lnTo>
                  <a:pt x="501" y="1805"/>
                </a:lnTo>
                <a:lnTo>
                  <a:pt x="501" y="1805"/>
                </a:lnTo>
                <a:close/>
                <a:moveTo>
                  <a:pt x="501" y="1805"/>
                </a:moveTo>
                <a:lnTo>
                  <a:pt x="501" y="1805"/>
                </a:lnTo>
                <a:lnTo>
                  <a:pt x="501" y="1805"/>
                </a:lnTo>
                <a:close/>
                <a:moveTo>
                  <a:pt x="476" y="1805"/>
                </a:moveTo>
                <a:lnTo>
                  <a:pt x="476" y="1805"/>
                </a:lnTo>
                <a:lnTo>
                  <a:pt x="476" y="1805"/>
                </a:lnTo>
                <a:close/>
                <a:moveTo>
                  <a:pt x="476" y="1780"/>
                </a:moveTo>
                <a:lnTo>
                  <a:pt x="476" y="1780"/>
                </a:lnTo>
                <a:lnTo>
                  <a:pt x="476" y="1780"/>
                </a:lnTo>
                <a:close/>
                <a:moveTo>
                  <a:pt x="476" y="1780"/>
                </a:moveTo>
                <a:cubicBezTo>
                  <a:pt x="476" y="1780"/>
                  <a:pt x="476" y="1780"/>
                  <a:pt x="476" y="1780"/>
                </a:cubicBezTo>
                <a:cubicBezTo>
                  <a:pt x="476" y="1780"/>
                  <a:pt x="476" y="1780"/>
                  <a:pt x="476" y="1780"/>
                </a:cubicBezTo>
                <a:close/>
                <a:moveTo>
                  <a:pt x="476" y="1780"/>
                </a:moveTo>
                <a:cubicBezTo>
                  <a:pt x="476" y="1780"/>
                  <a:pt x="476" y="1780"/>
                  <a:pt x="476" y="1780"/>
                </a:cubicBezTo>
                <a:cubicBezTo>
                  <a:pt x="476" y="1780"/>
                  <a:pt x="476" y="1780"/>
                  <a:pt x="476" y="1780"/>
                </a:cubicBezTo>
                <a:close/>
                <a:moveTo>
                  <a:pt x="476" y="1780"/>
                </a:moveTo>
                <a:cubicBezTo>
                  <a:pt x="476" y="1780"/>
                  <a:pt x="476" y="1780"/>
                  <a:pt x="476" y="1780"/>
                </a:cubicBezTo>
                <a:lnTo>
                  <a:pt x="476" y="1780"/>
                </a:lnTo>
                <a:close/>
                <a:moveTo>
                  <a:pt x="451" y="1780"/>
                </a:moveTo>
                <a:cubicBezTo>
                  <a:pt x="451" y="1754"/>
                  <a:pt x="451" y="1754"/>
                  <a:pt x="451" y="1754"/>
                </a:cubicBezTo>
                <a:cubicBezTo>
                  <a:pt x="451" y="1754"/>
                  <a:pt x="451" y="1754"/>
                  <a:pt x="451" y="1780"/>
                </a:cubicBezTo>
                <a:close/>
                <a:moveTo>
                  <a:pt x="451" y="1754"/>
                </a:moveTo>
                <a:cubicBezTo>
                  <a:pt x="451" y="1754"/>
                  <a:pt x="451" y="1754"/>
                  <a:pt x="451" y="1754"/>
                </a:cubicBezTo>
                <a:cubicBezTo>
                  <a:pt x="451" y="1754"/>
                  <a:pt x="451" y="1754"/>
                  <a:pt x="451" y="1754"/>
                </a:cubicBezTo>
                <a:close/>
                <a:moveTo>
                  <a:pt x="451" y="1754"/>
                </a:moveTo>
                <a:cubicBezTo>
                  <a:pt x="451" y="1754"/>
                  <a:pt x="451" y="1754"/>
                  <a:pt x="451" y="1754"/>
                </a:cubicBezTo>
                <a:cubicBezTo>
                  <a:pt x="451" y="1754"/>
                  <a:pt x="451" y="1754"/>
                  <a:pt x="451" y="1754"/>
                </a:cubicBezTo>
                <a:close/>
                <a:moveTo>
                  <a:pt x="451" y="1754"/>
                </a:moveTo>
                <a:lnTo>
                  <a:pt x="451" y="1754"/>
                </a:lnTo>
                <a:cubicBezTo>
                  <a:pt x="451" y="1754"/>
                  <a:pt x="451" y="1754"/>
                  <a:pt x="451" y="1754"/>
                </a:cubicBezTo>
                <a:close/>
                <a:moveTo>
                  <a:pt x="451" y="1754"/>
                </a:moveTo>
                <a:cubicBezTo>
                  <a:pt x="451" y="1754"/>
                  <a:pt x="426" y="1754"/>
                  <a:pt x="426" y="1754"/>
                </a:cubicBezTo>
                <a:cubicBezTo>
                  <a:pt x="426" y="1754"/>
                  <a:pt x="451" y="1754"/>
                  <a:pt x="451" y="1754"/>
                </a:cubicBezTo>
                <a:close/>
                <a:moveTo>
                  <a:pt x="426" y="1729"/>
                </a:moveTo>
                <a:lnTo>
                  <a:pt x="426" y="1729"/>
                </a:lnTo>
                <a:cubicBezTo>
                  <a:pt x="426" y="1729"/>
                  <a:pt x="426" y="1729"/>
                  <a:pt x="426" y="1729"/>
                </a:cubicBezTo>
                <a:close/>
                <a:moveTo>
                  <a:pt x="426" y="1729"/>
                </a:moveTo>
                <a:lnTo>
                  <a:pt x="426" y="1729"/>
                </a:lnTo>
                <a:lnTo>
                  <a:pt x="426" y="1729"/>
                </a:lnTo>
                <a:close/>
                <a:moveTo>
                  <a:pt x="426" y="1729"/>
                </a:moveTo>
                <a:cubicBezTo>
                  <a:pt x="426" y="1729"/>
                  <a:pt x="426" y="1729"/>
                  <a:pt x="426" y="1729"/>
                </a:cubicBezTo>
                <a:cubicBezTo>
                  <a:pt x="426" y="1729"/>
                  <a:pt x="426" y="1729"/>
                  <a:pt x="426" y="1729"/>
                </a:cubicBezTo>
                <a:close/>
                <a:moveTo>
                  <a:pt x="426" y="1729"/>
                </a:moveTo>
                <a:cubicBezTo>
                  <a:pt x="426" y="1729"/>
                  <a:pt x="426" y="1729"/>
                  <a:pt x="426" y="1729"/>
                </a:cubicBezTo>
                <a:cubicBezTo>
                  <a:pt x="426" y="1729"/>
                  <a:pt x="426" y="1729"/>
                  <a:pt x="426" y="1729"/>
                </a:cubicBezTo>
                <a:close/>
                <a:moveTo>
                  <a:pt x="401" y="1704"/>
                </a:moveTo>
                <a:lnTo>
                  <a:pt x="401" y="1704"/>
                </a:lnTo>
                <a:lnTo>
                  <a:pt x="401" y="1704"/>
                </a:lnTo>
                <a:close/>
                <a:moveTo>
                  <a:pt x="401" y="1704"/>
                </a:moveTo>
                <a:cubicBezTo>
                  <a:pt x="401" y="1704"/>
                  <a:pt x="401" y="1704"/>
                  <a:pt x="401" y="1704"/>
                </a:cubicBezTo>
                <a:cubicBezTo>
                  <a:pt x="401" y="1704"/>
                  <a:pt x="401" y="1704"/>
                  <a:pt x="401" y="1704"/>
                </a:cubicBezTo>
                <a:close/>
                <a:moveTo>
                  <a:pt x="401" y="1704"/>
                </a:moveTo>
                <a:cubicBezTo>
                  <a:pt x="401" y="1704"/>
                  <a:pt x="401" y="1704"/>
                  <a:pt x="401" y="1704"/>
                </a:cubicBezTo>
                <a:cubicBezTo>
                  <a:pt x="401" y="1704"/>
                  <a:pt x="401" y="1704"/>
                  <a:pt x="401" y="1704"/>
                </a:cubicBezTo>
                <a:close/>
                <a:moveTo>
                  <a:pt x="401" y="1704"/>
                </a:moveTo>
                <a:cubicBezTo>
                  <a:pt x="401" y="1704"/>
                  <a:pt x="401" y="1704"/>
                  <a:pt x="401" y="1704"/>
                </a:cubicBezTo>
                <a:cubicBezTo>
                  <a:pt x="401" y="1704"/>
                  <a:pt x="401" y="1704"/>
                  <a:pt x="401" y="1704"/>
                </a:cubicBezTo>
                <a:close/>
                <a:moveTo>
                  <a:pt x="376" y="1679"/>
                </a:moveTo>
                <a:lnTo>
                  <a:pt x="376" y="1679"/>
                </a:lnTo>
                <a:lnTo>
                  <a:pt x="376" y="1679"/>
                </a:lnTo>
                <a:close/>
                <a:moveTo>
                  <a:pt x="376" y="1679"/>
                </a:moveTo>
                <a:cubicBezTo>
                  <a:pt x="376" y="1679"/>
                  <a:pt x="376" y="1679"/>
                  <a:pt x="376" y="1679"/>
                </a:cubicBezTo>
                <a:cubicBezTo>
                  <a:pt x="376" y="1679"/>
                  <a:pt x="376" y="1679"/>
                  <a:pt x="376" y="1679"/>
                </a:cubicBezTo>
                <a:close/>
                <a:moveTo>
                  <a:pt x="0" y="201"/>
                </a:moveTo>
                <a:cubicBezTo>
                  <a:pt x="0" y="201"/>
                  <a:pt x="0" y="201"/>
                  <a:pt x="0" y="201"/>
                </a:cubicBezTo>
                <a:cubicBezTo>
                  <a:pt x="0" y="201"/>
                  <a:pt x="0" y="201"/>
                  <a:pt x="0" y="201"/>
                </a:cubicBezTo>
                <a:close/>
                <a:moveTo>
                  <a:pt x="0" y="201"/>
                </a:moveTo>
                <a:lnTo>
                  <a:pt x="0" y="201"/>
                </a:lnTo>
                <a:lnTo>
                  <a:pt x="0" y="201"/>
                </a:lnTo>
                <a:close/>
                <a:moveTo>
                  <a:pt x="0" y="201"/>
                </a:moveTo>
                <a:lnTo>
                  <a:pt x="0" y="201"/>
                </a:lnTo>
                <a:lnTo>
                  <a:pt x="0" y="201"/>
                </a:lnTo>
                <a:close/>
                <a:moveTo>
                  <a:pt x="0" y="176"/>
                </a:moveTo>
                <a:cubicBezTo>
                  <a:pt x="0" y="176"/>
                  <a:pt x="25" y="176"/>
                  <a:pt x="25" y="176"/>
                </a:cubicBezTo>
                <a:cubicBezTo>
                  <a:pt x="25" y="176"/>
                  <a:pt x="0" y="176"/>
                  <a:pt x="0" y="176"/>
                </a:cubicBezTo>
                <a:close/>
                <a:moveTo>
                  <a:pt x="25" y="176"/>
                </a:moveTo>
                <a:cubicBezTo>
                  <a:pt x="25" y="176"/>
                  <a:pt x="25" y="176"/>
                  <a:pt x="25" y="176"/>
                </a:cubicBezTo>
                <a:cubicBezTo>
                  <a:pt x="25" y="176"/>
                  <a:pt x="25" y="176"/>
                  <a:pt x="25" y="176"/>
                </a:cubicBezTo>
                <a:close/>
                <a:moveTo>
                  <a:pt x="25" y="176"/>
                </a:moveTo>
                <a:cubicBezTo>
                  <a:pt x="25" y="176"/>
                  <a:pt x="25" y="176"/>
                  <a:pt x="25" y="176"/>
                </a:cubicBezTo>
                <a:cubicBezTo>
                  <a:pt x="25" y="176"/>
                  <a:pt x="25" y="176"/>
                  <a:pt x="25" y="176"/>
                </a:cubicBezTo>
                <a:close/>
                <a:moveTo>
                  <a:pt x="25" y="176"/>
                </a:moveTo>
                <a:cubicBezTo>
                  <a:pt x="75" y="125"/>
                  <a:pt x="100" y="50"/>
                  <a:pt x="151" y="25"/>
                </a:cubicBezTo>
                <a:cubicBezTo>
                  <a:pt x="100" y="50"/>
                  <a:pt x="75" y="125"/>
                  <a:pt x="25" y="176"/>
                </a:cubicBezTo>
                <a:close/>
                <a:moveTo>
                  <a:pt x="151" y="25"/>
                </a:moveTo>
                <a:cubicBezTo>
                  <a:pt x="151" y="25"/>
                  <a:pt x="151" y="25"/>
                  <a:pt x="151" y="25"/>
                </a:cubicBezTo>
                <a:cubicBezTo>
                  <a:pt x="151" y="25"/>
                  <a:pt x="151" y="25"/>
                  <a:pt x="151" y="25"/>
                </a:cubicBezTo>
                <a:close/>
                <a:moveTo>
                  <a:pt x="151" y="25"/>
                </a:moveTo>
                <a:cubicBezTo>
                  <a:pt x="151" y="0"/>
                  <a:pt x="151" y="0"/>
                  <a:pt x="176" y="0"/>
                </a:cubicBezTo>
                <a:cubicBezTo>
                  <a:pt x="151" y="0"/>
                  <a:pt x="151" y="0"/>
                  <a:pt x="151" y="25"/>
                </a:cubicBezTo>
                <a:close/>
                <a:moveTo>
                  <a:pt x="176" y="0"/>
                </a:moveTo>
                <a:lnTo>
                  <a:pt x="176" y="0"/>
                </a:lnTo>
                <a:lnTo>
                  <a:pt x="176" y="0"/>
                </a:lnTo>
                <a:close/>
                <a:moveTo>
                  <a:pt x="176" y="0"/>
                </a:moveTo>
                <a:cubicBezTo>
                  <a:pt x="176" y="0"/>
                  <a:pt x="176" y="0"/>
                  <a:pt x="176" y="0"/>
                </a:cubicBezTo>
                <a:cubicBezTo>
                  <a:pt x="176" y="0"/>
                  <a:pt x="176" y="0"/>
                  <a:pt x="176" y="0"/>
                </a:cubicBezTo>
                <a:close/>
                <a:moveTo>
                  <a:pt x="176" y="0"/>
                </a:moveTo>
                <a:cubicBezTo>
                  <a:pt x="176" y="0"/>
                  <a:pt x="176" y="0"/>
                  <a:pt x="176" y="0"/>
                </a:cubicBezTo>
                <a:cubicBezTo>
                  <a:pt x="176" y="0"/>
                  <a:pt x="176" y="0"/>
                  <a:pt x="176" y="0"/>
                </a:cubicBezTo>
                <a:close/>
                <a:moveTo>
                  <a:pt x="176" y="0"/>
                </a:moveTo>
                <a:lnTo>
                  <a:pt x="176" y="0"/>
                </a:lnTo>
                <a:lnTo>
                  <a:pt x="176" y="0"/>
                </a:lnTo>
                <a:close/>
              </a:path>
            </a:pathLst>
          </a:custGeom>
          <a:solidFill>
            <a:srgbClr val="FABD9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6" name="Google Shape;116;p2"/>
          <p:cNvGrpSpPr/>
          <p:nvPr/>
        </p:nvGrpSpPr>
        <p:grpSpPr>
          <a:xfrm rot="-3469350">
            <a:off x="6982332" y="4281099"/>
            <a:ext cx="734271" cy="494747"/>
            <a:chOff x="897994" y="4240309"/>
            <a:chExt cx="967900" cy="652165"/>
          </a:xfrm>
        </p:grpSpPr>
        <p:sp>
          <p:nvSpPr>
            <p:cNvPr id="117" name="Google Shape;117;p2"/>
            <p:cNvSpPr/>
            <p:nvPr/>
          </p:nvSpPr>
          <p:spPr>
            <a:xfrm>
              <a:off x="897994" y="4634158"/>
              <a:ext cx="370437" cy="243057"/>
            </a:xfrm>
            <a:custGeom>
              <a:avLst/>
              <a:gdLst/>
              <a:ahLst/>
              <a:cxnLst/>
              <a:rect l="l" t="t" r="r" b="b"/>
              <a:pathLst>
                <a:path w="5729" h="3759" extrusionOk="0">
                  <a:moveTo>
                    <a:pt x="2551" y="1"/>
                  </a:moveTo>
                  <a:cubicBezTo>
                    <a:pt x="1500" y="1"/>
                    <a:pt x="589" y="473"/>
                    <a:pt x="334" y="1239"/>
                  </a:cubicBezTo>
                  <a:cubicBezTo>
                    <a:pt x="1" y="2213"/>
                    <a:pt x="847" y="3277"/>
                    <a:pt x="2205" y="3635"/>
                  </a:cubicBezTo>
                  <a:cubicBezTo>
                    <a:pt x="2518" y="3719"/>
                    <a:pt x="2834" y="3759"/>
                    <a:pt x="3139" y="3759"/>
                  </a:cubicBezTo>
                  <a:cubicBezTo>
                    <a:pt x="4142" y="3759"/>
                    <a:pt x="5027" y="3328"/>
                    <a:pt x="5332" y="2610"/>
                  </a:cubicBezTo>
                  <a:cubicBezTo>
                    <a:pt x="5729" y="1649"/>
                    <a:pt x="4947" y="522"/>
                    <a:pt x="3538" y="137"/>
                  </a:cubicBezTo>
                  <a:cubicBezTo>
                    <a:pt x="3205" y="44"/>
                    <a:pt x="2872" y="1"/>
                    <a:pt x="2551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2"/>
            <p:cNvSpPr/>
            <p:nvPr/>
          </p:nvSpPr>
          <p:spPr>
            <a:xfrm>
              <a:off x="897994" y="4617281"/>
              <a:ext cx="370437" cy="275193"/>
            </a:xfrm>
            <a:custGeom>
              <a:avLst/>
              <a:gdLst/>
              <a:ahLst/>
              <a:cxnLst/>
              <a:rect l="l" t="t" r="r" b="b"/>
              <a:pathLst>
                <a:path w="5729" h="4256" fill="none" extrusionOk="0">
                  <a:moveTo>
                    <a:pt x="5332" y="2871"/>
                  </a:moveTo>
                  <a:cubicBezTo>
                    <a:pt x="4934" y="3807"/>
                    <a:pt x="3550" y="4255"/>
                    <a:pt x="2205" y="3896"/>
                  </a:cubicBezTo>
                  <a:cubicBezTo>
                    <a:pt x="847" y="3538"/>
                    <a:pt x="1" y="2474"/>
                    <a:pt x="334" y="1500"/>
                  </a:cubicBezTo>
                  <a:cubicBezTo>
                    <a:pt x="667" y="501"/>
                    <a:pt x="2115" y="1"/>
                    <a:pt x="3538" y="398"/>
                  </a:cubicBezTo>
                  <a:cubicBezTo>
                    <a:pt x="4947" y="783"/>
                    <a:pt x="5729" y="1910"/>
                    <a:pt x="5332" y="2871"/>
                  </a:cubicBezTo>
                  <a:close/>
                </a:path>
              </a:pathLst>
            </a:custGeom>
            <a:solidFill>
              <a:schemeClr val="accent1"/>
            </a:solidFill>
            <a:ln w="28575" cap="flat" cmpd="sng">
              <a:solidFill>
                <a:schemeClr val="accent1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1109306" y="4705155"/>
              <a:ext cx="71320" cy="49788"/>
            </a:xfrm>
            <a:custGeom>
              <a:avLst/>
              <a:gdLst/>
              <a:ahLst/>
              <a:cxnLst/>
              <a:rect l="l" t="t" r="r" b="b"/>
              <a:pathLst>
                <a:path w="1103" h="770" fill="none" extrusionOk="0">
                  <a:moveTo>
                    <a:pt x="0" y="0"/>
                  </a:moveTo>
                  <a:cubicBezTo>
                    <a:pt x="628" y="180"/>
                    <a:pt x="987" y="513"/>
                    <a:pt x="1103" y="769"/>
                  </a:cubicBezTo>
                </a:path>
              </a:pathLst>
            </a:custGeom>
            <a:solidFill>
              <a:schemeClr val="accent1"/>
            </a:solidFill>
            <a:ln w="28575" cap="rnd" cmpd="sng">
              <a:solidFill>
                <a:schemeClr val="accent1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994145" y="4698495"/>
              <a:ext cx="65501" cy="19980"/>
            </a:xfrm>
            <a:custGeom>
              <a:avLst/>
              <a:gdLst/>
              <a:ahLst/>
              <a:cxnLst/>
              <a:rect l="l" t="t" r="r" b="b"/>
              <a:pathLst>
                <a:path w="1013" h="309" fill="none" extrusionOk="0">
                  <a:moveTo>
                    <a:pt x="0" y="308"/>
                  </a:moveTo>
                  <a:cubicBezTo>
                    <a:pt x="218" y="142"/>
                    <a:pt x="564" y="14"/>
                    <a:pt x="1013" y="1"/>
                  </a:cubicBezTo>
                </a:path>
              </a:pathLst>
            </a:custGeom>
            <a:solidFill>
              <a:schemeClr val="accent1"/>
            </a:solidFill>
            <a:ln w="28575" cap="rnd" cmpd="sng">
              <a:solidFill>
                <a:schemeClr val="accent1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1228605" y="4240309"/>
              <a:ext cx="637289" cy="585044"/>
            </a:xfrm>
            <a:custGeom>
              <a:avLst/>
              <a:gdLst/>
              <a:ahLst/>
              <a:cxnLst/>
              <a:rect l="l" t="t" r="r" b="b"/>
              <a:pathLst>
                <a:path w="9856" h="9048" fill="none" extrusionOk="0">
                  <a:moveTo>
                    <a:pt x="1" y="9047"/>
                  </a:moveTo>
                  <a:lnTo>
                    <a:pt x="9855" y="0"/>
                  </a:lnTo>
                </a:path>
              </a:pathLst>
            </a:custGeom>
            <a:solidFill>
              <a:schemeClr val="accent1"/>
            </a:solidFill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2" name="Google Shape;122;p2"/>
          <p:cNvGrpSpPr/>
          <p:nvPr/>
        </p:nvGrpSpPr>
        <p:grpSpPr>
          <a:xfrm>
            <a:off x="8440002" y="4651461"/>
            <a:ext cx="1205629" cy="587146"/>
            <a:chOff x="1698430" y="4498823"/>
            <a:chExt cx="1589281" cy="773986"/>
          </a:xfrm>
        </p:grpSpPr>
        <p:sp>
          <p:nvSpPr>
            <p:cNvPr id="123" name="Google Shape;123;p2"/>
            <p:cNvSpPr/>
            <p:nvPr/>
          </p:nvSpPr>
          <p:spPr>
            <a:xfrm>
              <a:off x="1698430" y="4919182"/>
              <a:ext cx="299182" cy="231677"/>
            </a:xfrm>
            <a:custGeom>
              <a:avLst/>
              <a:gdLst/>
              <a:ahLst/>
              <a:cxnLst/>
              <a:rect l="l" t="t" r="r" b="b"/>
              <a:pathLst>
                <a:path w="4627" h="3583" extrusionOk="0">
                  <a:moveTo>
                    <a:pt x="1912" y="1"/>
                  </a:moveTo>
                  <a:cubicBezTo>
                    <a:pt x="1110" y="1"/>
                    <a:pt x="438" y="408"/>
                    <a:pt x="257" y="1086"/>
                  </a:cubicBezTo>
                  <a:cubicBezTo>
                    <a:pt x="1" y="1995"/>
                    <a:pt x="718" y="3046"/>
                    <a:pt x="1846" y="3431"/>
                  </a:cubicBezTo>
                  <a:cubicBezTo>
                    <a:pt x="2141" y="3533"/>
                    <a:pt x="2435" y="3582"/>
                    <a:pt x="2714" y="3582"/>
                  </a:cubicBezTo>
                  <a:cubicBezTo>
                    <a:pt x="3512" y="3582"/>
                    <a:pt x="4180" y="3182"/>
                    <a:pt x="4370" y="2508"/>
                  </a:cubicBezTo>
                  <a:cubicBezTo>
                    <a:pt x="4627" y="1598"/>
                    <a:pt x="3909" y="535"/>
                    <a:pt x="2768" y="150"/>
                  </a:cubicBezTo>
                  <a:cubicBezTo>
                    <a:pt x="2477" y="49"/>
                    <a:pt x="2187" y="1"/>
                    <a:pt x="1912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2"/>
            <p:cNvSpPr/>
            <p:nvPr/>
          </p:nvSpPr>
          <p:spPr>
            <a:xfrm>
              <a:off x="1698430" y="4903146"/>
              <a:ext cx="299182" cy="263554"/>
            </a:xfrm>
            <a:custGeom>
              <a:avLst/>
              <a:gdLst/>
              <a:ahLst/>
              <a:cxnLst/>
              <a:rect l="l" t="t" r="r" b="b"/>
              <a:pathLst>
                <a:path w="4627" h="4076" fill="none" extrusionOk="0">
                  <a:moveTo>
                    <a:pt x="4370" y="2756"/>
                  </a:moveTo>
                  <a:cubicBezTo>
                    <a:pt x="4114" y="3666"/>
                    <a:pt x="2986" y="4076"/>
                    <a:pt x="1846" y="3679"/>
                  </a:cubicBezTo>
                  <a:cubicBezTo>
                    <a:pt x="718" y="3294"/>
                    <a:pt x="1" y="2243"/>
                    <a:pt x="257" y="1334"/>
                  </a:cubicBezTo>
                  <a:cubicBezTo>
                    <a:pt x="500" y="424"/>
                    <a:pt x="1628" y="1"/>
                    <a:pt x="2768" y="398"/>
                  </a:cubicBezTo>
                  <a:cubicBezTo>
                    <a:pt x="3909" y="783"/>
                    <a:pt x="4627" y="1846"/>
                    <a:pt x="4370" y="2756"/>
                  </a:cubicBezTo>
                  <a:close/>
                </a:path>
              </a:pathLst>
            </a:custGeom>
            <a:solidFill>
              <a:schemeClr val="lt2"/>
            </a:solidFill>
            <a:ln w="28575" cap="flat" cmpd="sng">
              <a:solidFill>
                <a:schemeClr val="lt2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2"/>
            <p:cNvSpPr/>
            <p:nvPr/>
          </p:nvSpPr>
          <p:spPr>
            <a:xfrm>
              <a:off x="1883231" y="5003435"/>
              <a:ext cx="33171" cy="38990"/>
            </a:xfrm>
            <a:custGeom>
              <a:avLst/>
              <a:gdLst/>
              <a:ahLst/>
              <a:cxnLst/>
              <a:rect l="l" t="t" r="r" b="b"/>
              <a:pathLst>
                <a:path w="513" h="603" fill="none" extrusionOk="0">
                  <a:moveTo>
                    <a:pt x="0" y="0"/>
                  </a:moveTo>
                  <a:cubicBezTo>
                    <a:pt x="256" y="180"/>
                    <a:pt x="436" y="398"/>
                    <a:pt x="513" y="603"/>
                  </a:cubicBezTo>
                </a:path>
              </a:pathLst>
            </a:custGeom>
            <a:solidFill>
              <a:schemeClr val="lt2"/>
            </a:solidFill>
            <a:ln w="28575" cap="rnd" cmpd="sng">
              <a:solidFill>
                <a:schemeClr val="lt2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2"/>
            <p:cNvSpPr/>
            <p:nvPr/>
          </p:nvSpPr>
          <p:spPr>
            <a:xfrm>
              <a:off x="1777122" y="4983520"/>
              <a:ext cx="68863" cy="23278"/>
            </a:xfrm>
            <a:custGeom>
              <a:avLst/>
              <a:gdLst/>
              <a:ahLst/>
              <a:cxnLst/>
              <a:rect l="l" t="t" r="r" b="b"/>
              <a:pathLst>
                <a:path w="1065" h="360" fill="none" extrusionOk="0">
                  <a:moveTo>
                    <a:pt x="1" y="360"/>
                  </a:moveTo>
                  <a:cubicBezTo>
                    <a:pt x="78" y="103"/>
                    <a:pt x="411" y="14"/>
                    <a:pt x="667" y="14"/>
                  </a:cubicBezTo>
                  <a:cubicBezTo>
                    <a:pt x="795" y="1"/>
                    <a:pt x="936" y="26"/>
                    <a:pt x="1065" y="52"/>
                  </a:cubicBezTo>
                </a:path>
              </a:pathLst>
            </a:custGeom>
            <a:solidFill>
              <a:schemeClr val="lt2"/>
            </a:solidFill>
            <a:ln w="28575" cap="rnd" cmpd="sng">
              <a:solidFill>
                <a:schemeClr val="lt2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2"/>
            <p:cNvSpPr/>
            <p:nvPr/>
          </p:nvSpPr>
          <p:spPr>
            <a:xfrm>
              <a:off x="2442482" y="5021152"/>
              <a:ext cx="309139" cy="235750"/>
            </a:xfrm>
            <a:custGeom>
              <a:avLst/>
              <a:gdLst/>
              <a:ahLst/>
              <a:cxnLst/>
              <a:rect l="l" t="t" r="r" b="b"/>
              <a:pathLst>
                <a:path w="4781" h="3646" extrusionOk="0">
                  <a:moveTo>
                    <a:pt x="1976" y="0"/>
                  </a:moveTo>
                  <a:cubicBezTo>
                    <a:pt x="1149" y="0"/>
                    <a:pt x="458" y="410"/>
                    <a:pt x="257" y="1098"/>
                  </a:cubicBezTo>
                  <a:cubicBezTo>
                    <a:pt x="1" y="2020"/>
                    <a:pt x="731" y="3084"/>
                    <a:pt x="1897" y="3494"/>
                  </a:cubicBezTo>
                  <a:cubicBezTo>
                    <a:pt x="2202" y="3596"/>
                    <a:pt x="2505" y="3645"/>
                    <a:pt x="2793" y="3645"/>
                  </a:cubicBezTo>
                  <a:cubicBezTo>
                    <a:pt x="3619" y="3645"/>
                    <a:pt x="4312" y="3243"/>
                    <a:pt x="4512" y="2558"/>
                  </a:cubicBezTo>
                  <a:cubicBezTo>
                    <a:pt x="4781" y="1623"/>
                    <a:pt x="4038" y="547"/>
                    <a:pt x="2859" y="149"/>
                  </a:cubicBezTo>
                  <a:cubicBezTo>
                    <a:pt x="2558" y="48"/>
                    <a:pt x="2259" y="0"/>
                    <a:pt x="1976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2"/>
            <p:cNvSpPr/>
            <p:nvPr/>
          </p:nvSpPr>
          <p:spPr>
            <a:xfrm>
              <a:off x="2442482" y="5005116"/>
              <a:ext cx="309139" cy="267692"/>
            </a:xfrm>
            <a:custGeom>
              <a:avLst/>
              <a:gdLst/>
              <a:ahLst/>
              <a:cxnLst/>
              <a:rect l="l" t="t" r="r" b="b"/>
              <a:pathLst>
                <a:path w="4781" h="4140" fill="none" extrusionOk="0">
                  <a:moveTo>
                    <a:pt x="4512" y="2806"/>
                  </a:moveTo>
                  <a:cubicBezTo>
                    <a:pt x="4243" y="3729"/>
                    <a:pt x="3076" y="4139"/>
                    <a:pt x="1897" y="3742"/>
                  </a:cubicBezTo>
                  <a:cubicBezTo>
                    <a:pt x="731" y="3332"/>
                    <a:pt x="1" y="2268"/>
                    <a:pt x="257" y="1346"/>
                  </a:cubicBezTo>
                  <a:cubicBezTo>
                    <a:pt x="526" y="423"/>
                    <a:pt x="1680" y="0"/>
                    <a:pt x="2859" y="397"/>
                  </a:cubicBezTo>
                  <a:cubicBezTo>
                    <a:pt x="4038" y="795"/>
                    <a:pt x="4781" y="1871"/>
                    <a:pt x="4512" y="2806"/>
                  </a:cubicBezTo>
                  <a:close/>
                </a:path>
              </a:pathLst>
            </a:custGeom>
            <a:solidFill>
              <a:schemeClr val="lt2"/>
            </a:solidFill>
            <a:ln w="28575" cap="flat" cmpd="sng">
              <a:solidFill>
                <a:schemeClr val="lt2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2"/>
            <p:cNvSpPr/>
            <p:nvPr/>
          </p:nvSpPr>
          <p:spPr>
            <a:xfrm>
              <a:off x="2628123" y="5102043"/>
              <a:ext cx="40671" cy="41447"/>
            </a:xfrm>
            <a:custGeom>
              <a:avLst/>
              <a:gdLst/>
              <a:ahLst/>
              <a:cxnLst/>
              <a:rect l="l" t="t" r="r" b="b"/>
              <a:pathLst>
                <a:path w="629" h="641" fill="none" extrusionOk="0">
                  <a:moveTo>
                    <a:pt x="0" y="0"/>
                  </a:moveTo>
                  <a:cubicBezTo>
                    <a:pt x="308" y="180"/>
                    <a:pt x="526" y="410"/>
                    <a:pt x="628" y="641"/>
                  </a:cubicBezTo>
                </a:path>
              </a:pathLst>
            </a:custGeom>
            <a:solidFill>
              <a:schemeClr val="lt2"/>
            </a:solidFill>
            <a:ln w="28575" cap="rnd" cmpd="sng">
              <a:solidFill>
                <a:schemeClr val="lt2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2"/>
            <p:cNvSpPr/>
            <p:nvPr/>
          </p:nvSpPr>
          <p:spPr>
            <a:xfrm>
              <a:off x="2521239" y="5085490"/>
              <a:ext cx="75458" cy="24054"/>
            </a:xfrm>
            <a:custGeom>
              <a:avLst/>
              <a:gdLst/>
              <a:ahLst/>
              <a:cxnLst/>
              <a:rect l="l" t="t" r="r" b="b"/>
              <a:pathLst>
                <a:path w="1167" h="372" fill="none" extrusionOk="0">
                  <a:moveTo>
                    <a:pt x="0" y="372"/>
                  </a:moveTo>
                  <a:cubicBezTo>
                    <a:pt x="77" y="128"/>
                    <a:pt x="423" y="13"/>
                    <a:pt x="731" y="0"/>
                  </a:cubicBezTo>
                  <a:cubicBezTo>
                    <a:pt x="872" y="0"/>
                    <a:pt x="1025" y="26"/>
                    <a:pt x="1166" y="64"/>
                  </a:cubicBezTo>
                </a:path>
              </a:pathLst>
            </a:custGeom>
            <a:solidFill>
              <a:schemeClr val="lt2"/>
            </a:solidFill>
            <a:ln w="28575" cap="rnd" cmpd="sng">
              <a:solidFill>
                <a:schemeClr val="lt2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2"/>
            <p:cNvSpPr/>
            <p:nvPr/>
          </p:nvSpPr>
          <p:spPr>
            <a:xfrm>
              <a:off x="1960242" y="4498823"/>
              <a:ext cx="1327470" cy="711777"/>
            </a:xfrm>
            <a:custGeom>
              <a:avLst/>
              <a:gdLst/>
              <a:ahLst/>
              <a:cxnLst/>
              <a:rect l="l" t="t" r="r" b="b"/>
              <a:pathLst>
                <a:path w="20530" h="11008" fill="none" extrusionOk="0">
                  <a:moveTo>
                    <a:pt x="1" y="9560"/>
                  </a:moveTo>
                  <a:lnTo>
                    <a:pt x="9022" y="0"/>
                  </a:lnTo>
                  <a:lnTo>
                    <a:pt x="20530" y="1115"/>
                  </a:lnTo>
                  <a:lnTo>
                    <a:pt x="11790" y="11008"/>
                  </a:lnTo>
                </a:path>
              </a:pathLst>
            </a:custGeom>
            <a:solidFill>
              <a:schemeClr val="lt2"/>
            </a:solidFill>
            <a:ln w="285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2"/>
            <p:cNvSpPr/>
            <p:nvPr/>
          </p:nvSpPr>
          <p:spPr>
            <a:xfrm>
              <a:off x="2444163" y="4604026"/>
              <a:ext cx="732533" cy="92916"/>
            </a:xfrm>
            <a:custGeom>
              <a:avLst/>
              <a:gdLst/>
              <a:ahLst/>
              <a:cxnLst/>
              <a:rect l="l" t="t" r="r" b="b"/>
              <a:pathLst>
                <a:path w="11329" h="1437" fill="none" extrusionOk="0">
                  <a:moveTo>
                    <a:pt x="1" y="1"/>
                  </a:moveTo>
                  <a:lnTo>
                    <a:pt x="11329" y="1436"/>
                  </a:lnTo>
                </a:path>
              </a:pathLst>
            </a:custGeom>
            <a:solidFill>
              <a:schemeClr val="lt2"/>
            </a:solidFill>
            <a:ln w="285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3" name="Google Shape;133;p2"/>
          <p:cNvSpPr/>
          <p:nvPr/>
        </p:nvSpPr>
        <p:spPr>
          <a:xfrm>
            <a:off x="5448980" y="-76209"/>
            <a:ext cx="405608" cy="447655"/>
          </a:xfrm>
          <a:custGeom>
            <a:avLst/>
            <a:gdLst/>
            <a:ahLst/>
            <a:cxnLst/>
            <a:rect l="l" t="t" r="r" b="b"/>
            <a:pathLst>
              <a:path w="7177" h="7921" fill="none" extrusionOk="0">
                <a:moveTo>
                  <a:pt x="2000" y="4294"/>
                </a:moveTo>
                <a:cubicBezTo>
                  <a:pt x="3255" y="3986"/>
                  <a:pt x="2051" y="1039"/>
                  <a:pt x="936" y="2102"/>
                </a:cubicBezTo>
                <a:cubicBezTo>
                  <a:pt x="1" y="3012"/>
                  <a:pt x="821" y="6152"/>
                  <a:pt x="2474" y="5229"/>
                </a:cubicBezTo>
                <a:cubicBezTo>
                  <a:pt x="3871" y="4447"/>
                  <a:pt x="4037" y="1923"/>
                  <a:pt x="4063" y="1"/>
                </a:cubicBezTo>
                <a:cubicBezTo>
                  <a:pt x="5331" y="4486"/>
                  <a:pt x="7177" y="7920"/>
                  <a:pt x="7177" y="7920"/>
                </a:cubicBezTo>
              </a:path>
            </a:pathLst>
          </a:custGeom>
          <a:solidFill>
            <a:schemeClr val="accent1"/>
          </a:solidFill>
          <a:ln w="285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2"/>
          <p:cNvSpPr txBox="1">
            <a:spLocks noGrp="1"/>
          </p:cNvSpPr>
          <p:nvPr>
            <p:ph type="ctrTitle"/>
          </p:nvPr>
        </p:nvSpPr>
        <p:spPr>
          <a:xfrm>
            <a:off x="2307575" y="1294719"/>
            <a:ext cx="4528800" cy="222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35" name="Google Shape;135;p2"/>
          <p:cNvSpPr txBox="1">
            <a:spLocks noGrp="1"/>
          </p:cNvSpPr>
          <p:nvPr>
            <p:ph type="subTitle" idx="1"/>
          </p:nvPr>
        </p:nvSpPr>
        <p:spPr>
          <a:xfrm>
            <a:off x="2307625" y="3372981"/>
            <a:ext cx="45288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"/>
          <p:cNvSpPr/>
          <p:nvPr/>
        </p:nvSpPr>
        <p:spPr>
          <a:xfrm>
            <a:off x="290375" y="-357200"/>
            <a:ext cx="9233106" cy="6678056"/>
          </a:xfrm>
          <a:custGeom>
            <a:avLst/>
            <a:gdLst/>
            <a:ahLst/>
            <a:cxnLst/>
            <a:rect l="l" t="t" r="r" b="b"/>
            <a:pathLst>
              <a:path w="197057" h="142526" extrusionOk="0">
                <a:moveTo>
                  <a:pt x="178150" y="100975"/>
                </a:moveTo>
                <a:cubicBezTo>
                  <a:pt x="175293" y="92768"/>
                  <a:pt x="176083" y="83740"/>
                  <a:pt x="177572" y="75199"/>
                </a:cubicBezTo>
                <a:cubicBezTo>
                  <a:pt x="179092" y="66628"/>
                  <a:pt x="181311" y="58087"/>
                  <a:pt x="181189" y="49393"/>
                </a:cubicBezTo>
                <a:cubicBezTo>
                  <a:pt x="181007" y="35199"/>
                  <a:pt x="174198" y="21186"/>
                  <a:pt x="163074" y="12341"/>
                </a:cubicBezTo>
                <a:cubicBezTo>
                  <a:pt x="151949" y="3496"/>
                  <a:pt x="136751" y="1"/>
                  <a:pt x="122891" y="3223"/>
                </a:cubicBezTo>
                <a:cubicBezTo>
                  <a:pt x="114167" y="5259"/>
                  <a:pt x="105930" y="9818"/>
                  <a:pt x="96963" y="10183"/>
                </a:cubicBezTo>
                <a:cubicBezTo>
                  <a:pt x="87723" y="10578"/>
                  <a:pt x="78969" y="6505"/>
                  <a:pt x="69911" y="4834"/>
                </a:cubicBezTo>
                <a:cubicBezTo>
                  <a:pt x="48360" y="882"/>
                  <a:pt x="25260" y="11703"/>
                  <a:pt x="13223" y="30001"/>
                </a:cubicBezTo>
                <a:cubicBezTo>
                  <a:pt x="1156" y="48299"/>
                  <a:pt x="1" y="72828"/>
                  <a:pt x="8846" y="92859"/>
                </a:cubicBezTo>
                <a:cubicBezTo>
                  <a:pt x="17661" y="112920"/>
                  <a:pt x="35746" y="128300"/>
                  <a:pt x="56446" y="135413"/>
                </a:cubicBezTo>
                <a:cubicBezTo>
                  <a:pt x="77175" y="142526"/>
                  <a:pt x="100215" y="141705"/>
                  <a:pt x="121006" y="134775"/>
                </a:cubicBezTo>
                <a:cubicBezTo>
                  <a:pt x="131189" y="131370"/>
                  <a:pt x="140885" y="126568"/>
                  <a:pt x="151219" y="123650"/>
                </a:cubicBezTo>
                <a:cubicBezTo>
                  <a:pt x="161554" y="120732"/>
                  <a:pt x="172952" y="119790"/>
                  <a:pt x="182800" y="124136"/>
                </a:cubicBezTo>
                <a:lnTo>
                  <a:pt x="197056" y="116628"/>
                </a:lnTo>
                <a:cubicBezTo>
                  <a:pt x="188363" y="116385"/>
                  <a:pt x="181007" y="109212"/>
                  <a:pt x="178150" y="100975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9" name="Google Shape;249;p4"/>
          <p:cNvGrpSpPr/>
          <p:nvPr/>
        </p:nvGrpSpPr>
        <p:grpSpPr>
          <a:xfrm rot="-1679698">
            <a:off x="-930434" y="-243108"/>
            <a:ext cx="3039614" cy="1424062"/>
            <a:chOff x="5250782" y="5679875"/>
            <a:chExt cx="3039575" cy="1424044"/>
          </a:xfrm>
        </p:grpSpPr>
        <p:grpSp>
          <p:nvGrpSpPr>
            <p:cNvPr id="250" name="Google Shape;250;p4"/>
            <p:cNvGrpSpPr/>
            <p:nvPr/>
          </p:nvGrpSpPr>
          <p:grpSpPr>
            <a:xfrm>
              <a:off x="5250782" y="5679875"/>
              <a:ext cx="3039575" cy="1424044"/>
              <a:chOff x="5250782" y="5679875"/>
              <a:chExt cx="3039575" cy="1424044"/>
            </a:xfrm>
          </p:grpSpPr>
          <p:sp>
            <p:nvSpPr>
              <p:cNvPr id="251" name="Google Shape;251;p4"/>
              <p:cNvSpPr/>
              <p:nvPr/>
            </p:nvSpPr>
            <p:spPr>
              <a:xfrm>
                <a:off x="5250782" y="5760619"/>
                <a:ext cx="3039575" cy="1343300"/>
              </a:xfrm>
              <a:custGeom>
                <a:avLst/>
                <a:gdLst/>
                <a:ahLst/>
                <a:cxnLst/>
                <a:rect l="l" t="t" r="r" b="b"/>
                <a:pathLst>
                  <a:path w="86845" h="38380" fill="none" extrusionOk="0">
                    <a:moveTo>
                      <a:pt x="1" y="0"/>
                    </a:moveTo>
                    <a:cubicBezTo>
                      <a:pt x="12662" y="18222"/>
                      <a:pt x="37471" y="38379"/>
                      <a:pt x="71736" y="21644"/>
                    </a:cubicBezTo>
                    <a:cubicBezTo>
                      <a:pt x="77875" y="18658"/>
                      <a:pt x="86845" y="12251"/>
                      <a:pt x="86845" y="12251"/>
                    </a:cubicBezTo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252;p4"/>
              <p:cNvSpPr/>
              <p:nvPr/>
            </p:nvSpPr>
            <p:spPr>
              <a:xfrm>
                <a:off x="5454864" y="5740424"/>
                <a:ext cx="2815330" cy="1167950"/>
              </a:xfrm>
              <a:custGeom>
                <a:avLst/>
                <a:gdLst/>
                <a:ahLst/>
                <a:cxnLst/>
                <a:rect l="l" t="t" r="r" b="b"/>
                <a:pathLst>
                  <a:path w="80438" h="33370" fill="none" extrusionOk="0">
                    <a:moveTo>
                      <a:pt x="1" y="1"/>
                    </a:moveTo>
                    <a:cubicBezTo>
                      <a:pt x="11816" y="15967"/>
                      <a:pt x="34100" y="33369"/>
                      <a:pt x="65457" y="19043"/>
                    </a:cubicBezTo>
                    <a:cubicBezTo>
                      <a:pt x="71672" y="16211"/>
                      <a:pt x="80437" y="10047"/>
                      <a:pt x="80437" y="10047"/>
                    </a:cubicBezTo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Google Shape;253;p4"/>
              <p:cNvSpPr/>
              <p:nvPr/>
            </p:nvSpPr>
            <p:spPr>
              <a:xfrm>
                <a:off x="5658947" y="5720264"/>
                <a:ext cx="2591505" cy="995680"/>
              </a:xfrm>
              <a:custGeom>
                <a:avLst/>
                <a:gdLst/>
                <a:ahLst/>
                <a:cxnLst/>
                <a:rect l="l" t="t" r="r" b="b"/>
                <a:pathLst>
                  <a:path w="74043" h="28448" fill="none" extrusionOk="0">
                    <a:moveTo>
                      <a:pt x="0" y="0"/>
                    </a:moveTo>
                    <a:cubicBezTo>
                      <a:pt x="10957" y="13699"/>
                      <a:pt x="30781" y="28448"/>
                      <a:pt x="59177" y="16441"/>
                    </a:cubicBezTo>
                    <a:cubicBezTo>
                      <a:pt x="65482" y="13775"/>
                      <a:pt x="74042" y="7842"/>
                      <a:pt x="74042" y="7842"/>
                    </a:cubicBezTo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Google Shape;254;p4"/>
              <p:cNvSpPr/>
              <p:nvPr/>
            </p:nvSpPr>
            <p:spPr>
              <a:xfrm>
                <a:off x="5862994" y="5700070"/>
                <a:ext cx="2367715" cy="827085"/>
              </a:xfrm>
              <a:custGeom>
                <a:avLst/>
                <a:gdLst/>
                <a:ahLst/>
                <a:cxnLst/>
                <a:rect l="l" t="t" r="r" b="b"/>
                <a:pathLst>
                  <a:path w="67649" h="23631" fill="none" extrusionOk="0">
                    <a:moveTo>
                      <a:pt x="1" y="0"/>
                    </a:moveTo>
                    <a:cubicBezTo>
                      <a:pt x="10111" y="11444"/>
                      <a:pt x="27513" y="23630"/>
                      <a:pt x="52886" y="13840"/>
                    </a:cubicBezTo>
                    <a:cubicBezTo>
                      <a:pt x="59293" y="11380"/>
                      <a:pt x="67648" y="5652"/>
                      <a:pt x="67648" y="5652"/>
                    </a:cubicBezTo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55;p4"/>
              <p:cNvSpPr/>
              <p:nvPr/>
            </p:nvSpPr>
            <p:spPr>
              <a:xfrm>
                <a:off x="6067076" y="5679875"/>
                <a:ext cx="2143435" cy="662025"/>
              </a:xfrm>
              <a:custGeom>
                <a:avLst/>
                <a:gdLst/>
                <a:ahLst/>
                <a:cxnLst/>
                <a:rect l="l" t="t" r="r" b="b"/>
                <a:pathLst>
                  <a:path w="61241" h="18915" fill="none" extrusionOk="0">
                    <a:moveTo>
                      <a:pt x="0" y="1"/>
                    </a:moveTo>
                    <a:cubicBezTo>
                      <a:pt x="9252" y="9176"/>
                      <a:pt x="24284" y="18915"/>
                      <a:pt x="46607" y="11239"/>
                    </a:cubicBezTo>
                    <a:cubicBezTo>
                      <a:pt x="53129" y="8996"/>
                      <a:pt x="61241" y="3448"/>
                      <a:pt x="61241" y="3448"/>
                    </a:cubicBezTo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6" name="Google Shape;256;p4"/>
            <p:cNvGrpSpPr/>
            <p:nvPr/>
          </p:nvGrpSpPr>
          <p:grpSpPr>
            <a:xfrm>
              <a:off x="7430972" y="6160663"/>
              <a:ext cx="178080" cy="499239"/>
              <a:chOff x="7430972" y="6160663"/>
              <a:chExt cx="178080" cy="499239"/>
            </a:xfrm>
          </p:grpSpPr>
          <p:sp>
            <p:nvSpPr>
              <p:cNvPr id="257" name="Google Shape;257;p4"/>
              <p:cNvSpPr/>
              <p:nvPr/>
            </p:nvSpPr>
            <p:spPr>
              <a:xfrm>
                <a:off x="7430972" y="6169903"/>
                <a:ext cx="178080" cy="129675"/>
              </a:xfrm>
              <a:custGeom>
                <a:avLst/>
                <a:gdLst/>
                <a:ahLst/>
                <a:cxnLst/>
                <a:rect l="l" t="t" r="r" b="b"/>
                <a:pathLst>
                  <a:path w="5088" h="3705" extrusionOk="0">
                    <a:moveTo>
                      <a:pt x="2858" y="1"/>
                    </a:moveTo>
                    <a:cubicBezTo>
                      <a:pt x="2417" y="1"/>
                      <a:pt x="1952" y="111"/>
                      <a:pt x="1525" y="339"/>
                    </a:cubicBezTo>
                    <a:cubicBezTo>
                      <a:pt x="449" y="916"/>
                      <a:pt x="0" y="2031"/>
                      <a:pt x="461" y="2851"/>
                    </a:cubicBezTo>
                    <a:cubicBezTo>
                      <a:pt x="778" y="3397"/>
                      <a:pt x="1435" y="3705"/>
                      <a:pt x="2173" y="3705"/>
                    </a:cubicBezTo>
                    <a:cubicBezTo>
                      <a:pt x="2542" y="3705"/>
                      <a:pt x="2930" y="3628"/>
                      <a:pt x="3306" y="3466"/>
                    </a:cubicBezTo>
                    <a:cubicBezTo>
                      <a:pt x="4485" y="2953"/>
                      <a:pt x="5087" y="1774"/>
                      <a:pt x="4562" y="864"/>
                    </a:cubicBezTo>
                    <a:cubicBezTo>
                      <a:pt x="4243" y="299"/>
                      <a:pt x="3583" y="1"/>
                      <a:pt x="285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58;p4"/>
              <p:cNvSpPr/>
              <p:nvPr/>
            </p:nvSpPr>
            <p:spPr>
              <a:xfrm>
                <a:off x="7430972" y="6160663"/>
                <a:ext cx="178080" cy="147595"/>
              </a:xfrm>
              <a:custGeom>
                <a:avLst/>
                <a:gdLst/>
                <a:ahLst/>
                <a:cxnLst/>
                <a:rect l="l" t="t" r="r" b="b"/>
                <a:pathLst>
                  <a:path w="5088" h="4217" fill="none" extrusionOk="0">
                    <a:moveTo>
                      <a:pt x="4562" y="1128"/>
                    </a:moveTo>
                    <a:cubicBezTo>
                      <a:pt x="5087" y="2038"/>
                      <a:pt x="4485" y="3217"/>
                      <a:pt x="3306" y="3730"/>
                    </a:cubicBezTo>
                    <a:cubicBezTo>
                      <a:pt x="2179" y="4217"/>
                      <a:pt x="936" y="3935"/>
                      <a:pt x="461" y="3115"/>
                    </a:cubicBezTo>
                    <a:cubicBezTo>
                      <a:pt x="0" y="2295"/>
                      <a:pt x="449" y="1180"/>
                      <a:pt x="1525" y="603"/>
                    </a:cubicBezTo>
                    <a:cubicBezTo>
                      <a:pt x="2653" y="1"/>
                      <a:pt x="4050" y="219"/>
                      <a:pt x="4562" y="1128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accent1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59;p4"/>
              <p:cNvSpPr/>
              <p:nvPr/>
            </p:nvSpPr>
            <p:spPr>
              <a:xfrm>
                <a:off x="7442172" y="6256667"/>
                <a:ext cx="78960" cy="403235"/>
              </a:xfrm>
              <a:custGeom>
                <a:avLst/>
                <a:gdLst/>
                <a:ahLst/>
                <a:cxnLst/>
                <a:rect l="l" t="t" r="r" b="b"/>
                <a:pathLst>
                  <a:path w="2256" h="11521" fill="none" extrusionOk="0">
                    <a:moveTo>
                      <a:pt x="1" y="0"/>
                    </a:moveTo>
                    <a:lnTo>
                      <a:pt x="2256" y="11520"/>
                    </a:lnTo>
                  </a:path>
                </a:pathLst>
              </a:custGeom>
              <a:noFill/>
              <a:ln w="2857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0" name="Google Shape;260;p4"/>
            <p:cNvGrpSpPr/>
            <p:nvPr/>
          </p:nvGrpSpPr>
          <p:grpSpPr>
            <a:xfrm>
              <a:off x="6614678" y="6088459"/>
              <a:ext cx="414922" cy="480370"/>
              <a:chOff x="6614678" y="6088459"/>
              <a:chExt cx="414922" cy="480370"/>
            </a:xfrm>
          </p:grpSpPr>
          <p:sp>
            <p:nvSpPr>
              <p:cNvPr id="261" name="Google Shape;261;p4"/>
              <p:cNvSpPr/>
              <p:nvPr/>
            </p:nvSpPr>
            <p:spPr>
              <a:xfrm>
                <a:off x="6614678" y="6421025"/>
                <a:ext cx="187075" cy="139125"/>
              </a:xfrm>
              <a:custGeom>
                <a:avLst/>
                <a:gdLst/>
                <a:ahLst/>
                <a:cxnLst/>
                <a:rect l="l" t="t" r="r" b="b"/>
                <a:pathLst>
                  <a:path w="5345" h="3975" extrusionOk="0">
                    <a:moveTo>
                      <a:pt x="3112" y="1"/>
                    </a:moveTo>
                    <a:cubicBezTo>
                      <a:pt x="2758" y="1"/>
                      <a:pt x="2384" y="65"/>
                      <a:pt x="2013" y="199"/>
                    </a:cubicBezTo>
                    <a:cubicBezTo>
                      <a:pt x="744" y="673"/>
                      <a:pt x="1" y="1801"/>
                      <a:pt x="270" y="2762"/>
                    </a:cubicBezTo>
                    <a:cubicBezTo>
                      <a:pt x="488" y="3507"/>
                      <a:pt x="1268" y="3974"/>
                      <a:pt x="2211" y="3974"/>
                    </a:cubicBezTo>
                    <a:cubicBezTo>
                      <a:pt x="2485" y="3974"/>
                      <a:pt x="2772" y="3935"/>
                      <a:pt x="3063" y="3851"/>
                    </a:cubicBezTo>
                    <a:cubicBezTo>
                      <a:pt x="4422" y="3467"/>
                      <a:pt x="5344" y="2275"/>
                      <a:pt x="5050" y="1211"/>
                    </a:cubicBezTo>
                    <a:cubicBezTo>
                      <a:pt x="4827" y="441"/>
                      <a:pt x="4040" y="1"/>
                      <a:pt x="311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62;p4"/>
              <p:cNvSpPr/>
              <p:nvPr/>
            </p:nvSpPr>
            <p:spPr>
              <a:xfrm>
                <a:off x="6614678" y="6410945"/>
                <a:ext cx="187075" cy="157885"/>
              </a:xfrm>
              <a:custGeom>
                <a:avLst/>
                <a:gdLst/>
                <a:ahLst/>
                <a:cxnLst/>
                <a:rect l="l" t="t" r="r" b="b"/>
                <a:pathLst>
                  <a:path w="5345" h="4511" fill="none" extrusionOk="0">
                    <a:moveTo>
                      <a:pt x="5050" y="1499"/>
                    </a:moveTo>
                    <a:cubicBezTo>
                      <a:pt x="5344" y="2563"/>
                      <a:pt x="4422" y="3755"/>
                      <a:pt x="3063" y="4139"/>
                    </a:cubicBezTo>
                    <a:cubicBezTo>
                      <a:pt x="1769" y="4511"/>
                      <a:pt x="552" y="4011"/>
                      <a:pt x="270" y="3050"/>
                    </a:cubicBezTo>
                    <a:cubicBezTo>
                      <a:pt x="1" y="2089"/>
                      <a:pt x="744" y="961"/>
                      <a:pt x="2013" y="487"/>
                    </a:cubicBezTo>
                    <a:cubicBezTo>
                      <a:pt x="3358" y="0"/>
                      <a:pt x="4742" y="436"/>
                      <a:pt x="5050" y="1499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dk2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63;p4"/>
              <p:cNvSpPr/>
              <p:nvPr/>
            </p:nvSpPr>
            <p:spPr>
              <a:xfrm>
                <a:off x="6792756" y="6088459"/>
                <a:ext cx="236845" cy="403690"/>
              </a:xfrm>
              <a:custGeom>
                <a:avLst/>
                <a:gdLst/>
                <a:ahLst/>
                <a:cxnLst/>
                <a:rect l="l" t="t" r="r" b="b"/>
                <a:pathLst>
                  <a:path w="6767" h="11534" fill="none" extrusionOk="0">
                    <a:moveTo>
                      <a:pt x="0" y="11534"/>
                    </a:moveTo>
                    <a:lnTo>
                      <a:pt x="2627" y="1"/>
                    </a:lnTo>
                    <a:cubicBezTo>
                      <a:pt x="2627" y="1"/>
                      <a:pt x="6766" y="6549"/>
                      <a:pt x="4267" y="8048"/>
                    </a:cubicBezTo>
                    <a:cubicBezTo>
                      <a:pt x="3204" y="8548"/>
                      <a:pt x="2845" y="6408"/>
                      <a:pt x="2845" y="6408"/>
                    </a:cubicBezTo>
                  </a:path>
                </a:pathLst>
              </a:custGeom>
              <a:noFill/>
              <a:ln w="2857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4" name="Google Shape;264;p4"/>
            <p:cNvGrpSpPr/>
            <p:nvPr/>
          </p:nvGrpSpPr>
          <p:grpSpPr>
            <a:xfrm>
              <a:off x="5913673" y="5891587"/>
              <a:ext cx="705527" cy="512220"/>
              <a:chOff x="5913673" y="5891587"/>
              <a:chExt cx="705527" cy="512220"/>
            </a:xfrm>
          </p:grpSpPr>
          <p:sp>
            <p:nvSpPr>
              <p:cNvPr id="265" name="Google Shape;265;p4"/>
              <p:cNvSpPr/>
              <p:nvPr/>
            </p:nvSpPr>
            <p:spPr>
              <a:xfrm>
                <a:off x="6274728" y="6231222"/>
                <a:ext cx="203665" cy="146195"/>
              </a:xfrm>
              <a:custGeom>
                <a:avLst/>
                <a:gdLst/>
                <a:ahLst/>
                <a:cxnLst/>
                <a:rect l="l" t="t" r="r" b="b"/>
                <a:pathLst>
                  <a:path w="5819" h="4177" extrusionOk="0">
                    <a:moveTo>
                      <a:pt x="3028" y="1"/>
                    </a:moveTo>
                    <a:cubicBezTo>
                      <a:pt x="2761" y="1"/>
                      <a:pt x="2488" y="33"/>
                      <a:pt x="2217" y="99"/>
                    </a:cubicBezTo>
                    <a:cubicBezTo>
                      <a:pt x="833" y="432"/>
                      <a:pt x="0" y="1547"/>
                      <a:pt x="295" y="2611"/>
                    </a:cubicBezTo>
                    <a:cubicBezTo>
                      <a:pt x="542" y="3540"/>
                      <a:pt x="1581" y="4176"/>
                      <a:pt x="2780" y="4176"/>
                    </a:cubicBezTo>
                    <a:cubicBezTo>
                      <a:pt x="2953" y="4176"/>
                      <a:pt x="3129" y="4163"/>
                      <a:pt x="3307" y="4136"/>
                    </a:cubicBezTo>
                    <a:cubicBezTo>
                      <a:pt x="4793" y="3905"/>
                      <a:pt x="5818" y="2752"/>
                      <a:pt x="5498" y="1573"/>
                    </a:cubicBezTo>
                    <a:cubicBezTo>
                      <a:pt x="5247" y="613"/>
                      <a:pt x="4198" y="1"/>
                      <a:pt x="302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66;p4"/>
              <p:cNvSpPr/>
              <p:nvPr/>
            </p:nvSpPr>
            <p:spPr>
              <a:xfrm>
                <a:off x="6274728" y="6222122"/>
                <a:ext cx="203665" cy="161490"/>
              </a:xfrm>
              <a:custGeom>
                <a:avLst/>
                <a:gdLst/>
                <a:ahLst/>
                <a:cxnLst/>
                <a:rect l="l" t="t" r="r" b="b"/>
                <a:pathLst>
                  <a:path w="5819" h="4614" fill="none" extrusionOk="0">
                    <a:moveTo>
                      <a:pt x="5498" y="1833"/>
                    </a:moveTo>
                    <a:cubicBezTo>
                      <a:pt x="5818" y="3012"/>
                      <a:pt x="4793" y="4165"/>
                      <a:pt x="3307" y="4396"/>
                    </a:cubicBezTo>
                    <a:cubicBezTo>
                      <a:pt x="1897" y="4613"/>
                      <a:pt x="577" y="3934"/>
                      <a:pt x="295" y="2871"/>
                    </a:cubicBezTo>
                    <a:cubicBezTo>
                      <a:pt x="0" y="1807"/>
                      <a:pt x="833" y="692"/>
                      <a:pt x="2217" y="359"/>
                    </a:cubicBezTo>
                    <a:cubicBezTo>
                      <a:pt x="3678" y="0"/>
                      <a:pt x="5190" y="654"/>
                      <a:pt x="5498" y="1833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lt2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4"/>
              <p:cNvSpPr/>
              <p:nvPr/>
            </p:nvSpPr>
            <p:spPr>
              <a:xfrm>
                <a:off x="6106100" y="5891587"/>
                <a:ext cx="513100" cy="440895"/>
              </a:xfrm>
              <a:custGeom>
                <a:avLst/>
                <a:gdLst/>
                <a:ahLst/>
                <a:cxnLst/>
                <a:rect l="l" t="t" r="r" b="b"/>
                <a:pathLst>
                  <a:path w="14660" h="12597" fill="none" extrusionOk="0">
                    <a:moveTo>
                      <a:pt x="0" y="12597"/>
                    </a:moveTo>
                    <a:lnTo>
                      <a:pt x="3985" y="1845"/>
                    </a:lnTo>
                    <a:lnTo>
                      <a:pt x="14660" y="0"/>
                    </a:lnTo>
                    <a:lnTo>
                      <a:pt x="10470" y="11674"/>
                    </a:lnTo>
                  </a:path>
                </a:pathLst>
              </a:custGeom>
              <a:noFill/>
              <a:ln w="28575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68;p4"/>
              <p:cNvSpPr/>
              <p:nvPr/>
            </p:nvSpPr>
            <p:spPr>
              <a:xfrm>
                <a:off x="5913673" y="6251172"/>
                <a:ext cx="203210" cy="146090"/>
              </a:xfrm>
              <a:custGeom>
                <a:avLst/>
                <a:gdLst/>
                <a:ahLst/>
                <a:cxnLst/>
                <a:rect l="l" t="t" r="r" b="b"/>
                <a:pathLst>
                  <a:path w="5806" h="4174" extrusionOk="0">
                    <a:moveTo>
                      <a:pt x="3007" y="1"/>
                    </a:moveTo>
                    <a:cubicBezTo>
                      <a:pt x="2747" y="1"/>
                      <a:pt x="2482" y="30"/>
                      <a:pt x="2218" y="93"/>
                    </a:cubicBezTo>
                    <a:cubicBezTo>
                      <a:pt x="834" y="426"/>
                      <a:pt x="1" y="1541"/>
                      <a:pt x="283" y="2605"/>
                    </a:cubicBezTo>
                    <a:cubicBezTo>
                      <a:pt x="539" y="3530"/>
                      <a:pt x="1571" y="4174"/>
                      <a:pt x="2764" y="4174"/>
                    </a:cubicBezTo>
                    <a:cubicBezTo>
                      <a:pt x="2942" y="4174"/>
                      <a:pt x="3124" y="4159"/>
                      <a:pt x="3307" y="4129"/>
                    </a:cubicBezTo>
                    <a:cubicBezTo>
                      <a:pt x="4793" y="3899"/>
                      <a:pt x="5806" y="2746"/>
                      <a:pt x="5498" y="1579"/>
                    </a:cubicBezTo>
                    <a:cubicBezTo>
                      <a:pt x="5236" y="614"/>
                      <a:pt x="4182" y="1"/>
                      <a:pt x="300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69;p4"/>
              <p:cNvSpPr/>
              <p:nvPr/>
            </p:nvSpPr>
            <p:spPr>
              <a:xfrm>
                <a:off x="5913673" y="6242282"/>
                <a:ext cx="203210" cy="161525"/>
              </a:xfrm>
              <a:custGeom>
                <a:avLst/>
                <a:gdLst/>
                <a:ahLst/>
                <a:cxnLst/>
                <a:rect l="l" t="t" r="r" b="b"/>
                <a:pathLst>
                  <a:path w="5806" h="4615" fill="none" extrusionOk="0">
                    <a:moveTo>
                      <a:pt x="5498" y="1833"/>
                    </a:moveTo>
                    <a:cubicBezTo>
                      <a:pt x="5806" y="3000"/>
                      <a:pt x="4793" y="4153"/>
                      <a:pt x="3307" y="4383"/>
                    </a:cubicBezTo>
                    <a:cubicBezTo>
                      <a:pt x="1897" y="4614"/>
                      <a:pt x="577" y="3922"/>
                      <a:pt x="283" y="2859"/>
                    </a:cubicBezTo>
                    <a:cubicBezTo>
                      <a:pt x="1" y="1795"/>
                      <a:pt x="834" y="680"/>
                      <a:pt x="2218" y="347"/>
                    </a:cubicBezTo>
                    <a:cubicBezTo>
                      <a:pt x="3679" y="1"/>
                      <a:pt x="5178" y="654"/>
                      <a:pt x="5498" y="1833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lt2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70;p4"/>
              <p:cNvSpPr/>
              <p:nvPr/>
            </p:nvSpPr>
            <p:spPr>
              <a:xfrm>
                <a:off x="6213269" y="5990251"/>
                <a:ext cx="370510" cy="53410"/>
              </a:xfrm>
              <a:custGeom>
                <a:avLst/>
                <a:gdLst/>
                <a:ahLst/>
                <a:cxnLst/>
                <a:rect l="l" t="t" r="r" b="b"/>
                <a:pathLst>
                  <a:path w="10586" h="1526" fill="none" extrusionOk="0">
                    <a:moveTo>
                      <a:pt x="1" y="1525"/>
                    </a:moveTo>
                    <a:lnTo>
                      <a:pt x="10586" y="0"/>
                    </a:lnTo>
                  </a:path>
                </a:pathLst>
              </a:custGeom>
              <a:noFill/>
              <a:ln w="28575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71" name="Google Shape;271;p4"/>
          <p:cNvGrpSpPr/>
          <p:nvPr/>
        </p:nvGrpSpPr>
        <p:grpSpPr>
          <a:xfrm rot="7541198" flipH="1">
            <a:off x="7368775" y="4146276"/>
            <a:ext cx="3135605" cy="2494419"/>
            <a:chOff x="-1221177" y="-856963"/>
            <a:chExt cx="3089277" cy="2457565"/>
          </a:xfrm>
        </p:grpSpPr>
        <p:grpSp>
          <p:nvGrpSpPr>
            <p:cNvPr id="272" name="Google Shape;272;p4"/>
            <p:cNvGrpSpPr/>
            <p:nvPr/>
          </p:nvGrpSpPr>
          <p:grpSpPr>
            <a:xfrm>
              <a:off x="-1221177" y="-856963"/>
              <a:ext cx="3089277" cy="2457565"/>
              <a:chOff x="-1221177" y="-856963"/>
              <a:chExt cx="3089277" cy="2457565"/>
            </a:xfrm>
          </p:grpSpPr>
          <p:sp>
            <p:nvSpPr>
              <p:cNvPr id="273" name="Google Shape;273;p4"/>
              <p:cNvSpPr/>
              <p:nvPr/>
            </p:nvSpPr>
            <p:spPr>
              <a:xfrm>
                <a:off x="-1221177" y="-564373"/>
                <a:ext cx="3089277" cy="2164975"/>
              </a:xfrm>
              <a:custGeom>
                <a:avLst/>
                <a:gdLst/>
                <a:ahLst/>
                <a:cxnLst/>
                <a:rect l="l" t="t" r="r" b="b"/>
                <a:pathLst>
                  <a:path w="65482" h="45890" fill="none" extrusionOk="0">
                    <a:moveTo>
                      <a:pt x="0" y="40751"/>
                    </a:moveTo>
                    <a:cubicBezTo>
                      <a:pt x="18837" y="45889"/>
                      <a:pt x="46927" y="45492"/>
                      <a:pt x="60600" y="14866"/>
                    </a:cubicBezTo>
                    <a:cubicBezTo>
                      <a:pt x="63047" y="9381"/>
                      <a:pt x="65482" y="1"/>
                      <a:pt x="65482" y="1"/>
                    </a:cubicBezTo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74;p4"/>
              <p:cNvSpPr/>
              <p:nvPr/>
            </p:nvSpPr>
            <p:spPr>
              <a:xfrm>
                <a:off x="-1050729" y="-637497"/>
                <a:ext cx="2826970" cy="2014998"/>
              </a:xfrm>
              <a:custGeom>
                <a:avLst/>
                <a:gdLst/>
                <a:ahLst/>
                <a:cxnLst/>
                <a:rect l="l" t="t" r="r" b="b"/>
                <a:pathLst>
                  <a:path w="59922" h="42711" fill="none" extrusionOk="0">
                    <a:moveTo>
                      <a:pt x="1" y="38610"/>
                    </a:moveTo>
                    <a:cubicBezTo>
                      <a:pt x="16980" y="42711"/>
                      <a:pt x="41814" y="41878"/>
                      <a:pt x="54885" y="14519"/>
                    </a:cubicBezTo>
                    <a:cubicBezTo>
                      <a:pt x="57474" y="9099"/>
                      <a:pt x="59921" y="0"/>
                      <a:pt x="59921" y="0"/>
                    </a:cubicBezTo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75;p4"/>
              <p:cNvSpPr/>
              <p:nvPr/>
            </p:nvSpPr>
            <p:spPr>
              <a:xfrm>
                <a:off x="-880847" y="-710668"/>
                <a:ext cx="2564569" cy="1865729"/>
              </a:xfrm>
              <a:custGeom>
                <a:avLst/>
                <a:gdLst/>
                <a:ahLst/>
                <a:cxnLst/>
                <a:rect l="l" t="t" r="r" b="b"/>
                <a:pathLst>
                  <a:path w="54360" h="39547" fill="none" extrusionOk="0">
                    <a:moveTo>
                      <a:pt x="1" y="36483"/>
                    </a:moveTo>
                    <a:cubicBezTo>
                      <a:pt x="15134" y="39546"/>
                      <a:pt x="36817" y="38303"/>
                      <a:pt x="49195" y="14186"/>
                    </a:cubicBezTo>
                    <a:cubicBezTo>
                      <a:pt x="51938" y="8830"/>
                      <a:pt x="54360" y="1"/>
                      <a:pt x="54360" y="1"/>
                    </a:cubicBezTo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Google Shape;276;p4"/>
              <p:cNvSpPr/>
              <p:nvPr/>
            </p:nvSpPr>
            <p:spPr>
              <a:xfrm>
                <a:off x="-710353" y="-783792"/>
                <a:ext cx="2302168" cy="1715751"/>
              </a:xfrm>
              <a:custGeom>
                <a:avLst/>
                <a:gdLst/>
                <a:ahLst/>
                <a:cxnLst/>
                <a:rect l="l" t="t" r="r" b="b"/>
                <a:pathLst>
                  <a:path w="48798" h="36368" fill="none" extrusionOk="0">
                    <a:moveTo>
                      <a:pt x="0" y="34356"/>
                    </a:moveTo>
                    <a:cubicBezTo>
                      <a:pt x="13276" y="36368"/>
                      <a:pt x="31883" y="34766"/>
                      <a:pt x="43480" y="13853"/>
                    </a:cubicBezTo>
                    <a:cubicBezTo>
                      <a:pt x="46401" y="8573"/>
                      <a:pt x="48798" y="0"/>
                      <a:pt x="48798" y="0"/>
                    </a:cubicBezTo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Google Shape;277;p4"/>
              <p:cNvSpPr/>
              <p:nvPr/>
            </p:nvSpPr>
            <p:spPr>
              <a:xfrm>
                <a:off x="-540471" y="-856963"/>
                <a:ext cx="2040380" cy="1565868"/>
              </a:xfrm>
              <a:custGeom>
                <a:avLst/>
                <a:gdLst/>
                <a:ahLst/>
                <a:cxnLst/>
                <a:rect l="l" t="t" r="r" b="b"/>
                <a:pathLst>
                  <a:path w="43249" h="33191" fill="none" extrusionOk="0">
                    <a:moveTo>
                      <a:pt x="0" y="32229"/>
                    </a:moveTo>
                    <a:cubicBezTo>
                      <a:pt x="11431" y="33190"/>
                      <a:pt x="27051" y="31294"/>
                      <a:pt x="37777" y="13520"/>
                    </a:cubicBezTo>
                    <a:cubicBezTo>
                      <a:pt x="40904" y="8317"/>
                      <a:pt x="43249" y="1"/>
                      <a:pt x="43249" y="1"/>
                    </a:cubicBezTo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8" name="Google Shape;278;p4"/>
            <p:cNvGrpSpPr/>
            <p:nvPr/>
          </p:nvGrpSpPr>
          <p:grpSpPr>
            <a:xfrm>
              <a:off x="828772" y="314668"/>
              <a:ext cx="416010" cy="486680"/>
              <a:chOff x="828772" y="314668"/>
              <a:chExt cx="416010" cy="486680"/>
            </a:xfrm>
          </p:grpSpPr>
          <p:sp>
            <p:nvSpPr>
              <p:cNvPr id="279" name="Google Shape;279;p4"/>
              <p:cNvSpPr/>
              <p:nvPr/>
            </p:nvSpPr>
            <p:spPr>
              <a:xfrm>
                <a:off x="828772" y="325849"/>
                <a:ext cx="182624" cy="180501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3826" extrusionOk="0">
                    <a:moveTo>
                      <a:pt x="2277" y="1"/>
                    </a:moveTo>
                    <a:cubicBezTo>
                      <a:pt x="1531" y="1"/>
                      <a:pt x="747" y="588"/>
                      <a:pt x="398" y="1455"/>
                    </a:cubicBezTo>
                    <a:cubicBezTo>
                      <a:pt x="1" y="2454"/>
                      <a:pt x="321" y="3454"/>
                      <a:pt x="1103" y="3748"/>
                    </a:cubicBezTo>
                    <a:cubicBezTo>
                      <a:pt x="1245" y="3800"/>
                      <a:pt x="1395" y="3825"/>
                      <a:pt x="1548" y="3825"/>
                    </a:cubicBezTo>
                    <a:cubicBezTo>
                      <a:pt x="2224" y="3825"/>
                      <a:pt x="2961" y="3340"/>
                      <a:pt x="3358" y="2557"/>
                    </a:cubicBezTo>
                    <a:cubicBezTo>
                      <a:pt x="3871" y="1544"/>
                      <a:pt x="3602" y="417"/>
                      <a:pt x="2743" y="83"/>
                    </a:cubicBezTo>
                    <a:cubicBezTo>
                      <a:pt x="2593" y="27"/>
                      <a:pt x="2436" y="1"/>
                      <a:pt x="227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280;p4"/>
              <p:cNvSpPr/>
              <p:nvPr/>
            </p:nvSpPr>
            <p:spPr>
              <a:xfrm>
                <a:off x="828772" y="314668"/>
                <a:ext cx="182624" cy="201354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4268" fill="none" extrusionOk="0">
                    <a:moveTo>
                      <a:pt x="2743" y="320"/>
                    </a:moveTo>
                    <a:cubicBezTo>
                      <a:pt x="3602" y="654"/>
                      <a:pt x="3871" y="1781"/>
                      <a:pt x="3358" y="2794"/>
                    </a:cubicBezTo>
                    <a:cubicBezTo>
                      <a:pt x="2871" y="3755"/>
                      <a:pt x="1872" y="4267"/>
                      <a:pt x="1103" y="3985"/>
                    </a:cubicBezTo>
                    <a:cubicBezTo>
                      <a:pt x="321" y="3691"/>
                      <a:pt x="1" y="2691"/>
                      <a:pt x="398" y="1692"/>
                    </a:cubicBezTo>
                    <a:cubicBezTo>
                      <a:pt x="821" y="641"/>
                      <a:pt x="1885" y="0"/>
                      <a:pt x="2743" y="320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accent1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Google Shape;281;p4"/>
              <p:cNvSpPr/>
              <p:nvPr/>
            </p:nvSpPr>
            <p:spPr>
              <a:xfrm>
                <a:off x="865664" y="494788"/>
                <a:ext cx="379118" cy="306559"/>
              </a:xfrm>
              <a:custGeom>
                <a:avLst/>
                <a:gdLst/>
                <a:ahLst/>
                <a:cxnLst/>
                <a:rect l="l" t="t" r="r" b="b"/>
                <a:pathLst>
                  <a:path w="8036" h="6498" fill="none" extrusionOk="0">
                    <a:moveTo>
                      <a:pt x="1" y="1"/>
                    </a:moveTo>
                    <a:lnTo>
                      <a:pt x="8035" y="6498"/>
                    </a:lnTo>
                  </a:path>
                </a:pathLst>
              </a:custGeom>
              <a:noFill/>
              <a:ln w="2857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2" name="Google Shape;282;p4"/>
            <p:cNvGrpSpPr/>
            <p:nvPr/>
          </p:nvGrpSpPr>
          <p:grpSpPr>
            <a:xfrm>
              <a:off x="323987" y="610889"/>
              <a:ext cx="341044" cy="623914"/>
              <a:chOff x="323987" y="610889"/>
              <a:chExt cx="341044" cy="623914"/>
            </a:xfrm>
          </p:grpSpPr>
          <p:sp>
            <p:nvSpPr>
              <p:cNvPr id="283" name="Google Shape;283;p4"/>
              <p:cNvSpPr/>
              <p:nvPr/>
            </p:nvSpPr>
            <p:spPr>
              <a:xfrm>
                <a:off x="323987" y="1036281"/>
                <a:ext cx="204986" cy="187814"/>
              </a:xfrm>
              <a:custGeom>
                <a:avLst/>
                <a:gdLst/>
                <a:ahLst/>
                <a:cxnLst/>
                <a:rect l="l" t="t" r="r" b="b"/>
                <a:pathLst>
                  <a:path w="4345" h="3981" extrusionOk="0">
                    <a:moveTo>
                      <a:pt x="2671" y="0"/>
                    </a:moveTo>
                    <a:cubicBezTo>
                      <a:pt x="2077" y="0"/>
                      <a:pt x="1416" y="308"/>
                      <a:pt x="911" y="876"/>
                    </a:cubicBezTo>
                    <a:cubicBezTo>
                      <a:pt x="116" y="1760"/>
                      <a:pt x="1" y="2952"/>
                      <a:pt x="616" y="3580"/>
                    </a:cubicBezTo>
                    <a:cubicBezTo>
                      <a:pt x="879" y="3848"/>
                      <a:pt x="1237" y="3980"/>
                      <a:pt x="1629" y="3980"/>
                    </a:cubicBezTo>
                    <a:cubicBezTo>
                      <a:pt x="2154" y="3980"/>
                      <a:pt x="2738" y="3742"/>
                      <a:pt x="3230" y="3272"/>
                    </a:cubicBezTo>
                    <a:cubicBezTo>
                      <a:pt x="4127" y="2414"/>
                      <a:pt x="4345" y="1106"/>
                      <a:pt x="3679" y="402"/>
                    </a:cubicBezTo>
                    <a:cubicBezTo>
                      <a:pt x="3411" y="130"/>
                      <a:pt x="3055" y="0"/>
                      <a:pt x="267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284;p4"/>
              <p:cNvSpPr/>
              <p:nvPr/>
            </p:nvSpPr>
            <p:spPr>
              <a:xfrm>
                <a:off x="323987" y="1022552"/>
                <a:ext cx="204986" cy="212252"/>
              </a:xfrm>
              <a:custGeom>
                <a:avLst/>
                <a:gdLst/>
                <a:ahLst/>
                <a:cxnLst/>
                <a:rect l="l" t="t" r="r" b="b"/>
                <a:pathLst>
                  <a:path w="4345" h="4499" fill="none" extrusionOk="0">
                    <a:moveTo>
                      <a:pt x="3679" y="693"/>
                    </a:moveTo>
                    <a:cubicBezTo>
                      <a:pt x="4345" y="1397"/>
                      <a:pt x="4127" y="2705"/>
                      <a:pt x="3230" y="3563"/>
                    </a:cubicBezTo>
                    <a:cubicBezTo>
                      <a:pt x="2371" y="4383"/>
                      <a:pt x="1231" y="4499"/>
                      <a:pt x="616" y="3871"/>
                    </a:cubicBezTo>
                    <a:cubicBezTo>
                      <a:pt x="1" y="3243"/>
                      <a:pt x="116" y="2051"/>
                      <a:pt x="911" y="1167"/>
                    </a:cubicBezTo>
                    <a:cubicBezTo>
                      <a:pt x="1744" y="231"/>
                      <a:pt x="2999" y="1"/>
                      <a:pt x="3679" y="693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dk2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285;p4"/>
              <p:cNvSpPr/>
              <p:nvPr/>
            </p:nvSpPr>
            <p:spPr>
              <a:xfrm>
                <a:off x="386259" y="610889"/>
                <a:ext cx="278772" cy="473379"/>
              </a:xfrm>
              <a:custGeom>
                <a:avLst/>
                <a:gdLst/>
                <a:ahLst/>
                <a:cxnLst/>
                <a:rect l="l" t="t" r="r" b="b"/>
                <a:pathLst>
                  <a:path w="5909" h="10034" fill="none" extrusionOk="0">
                    <a:moveTo>
                      <a:pt x="2717" y="10034"/>
                    </a:moveTo>
                    <a:lnTo>
                      <a:pt x="1" y="0"/>
                    </a:lnTo>
                    <a:cubicBezTo>
                      <a:pt x="1" y="0"/>
                      <a:pt x="5908" y="3370"/>
                      <a:pt x="4588" y="5562"/>
                    </a:cubicBezTo>
                    <a:cubicBezTo>
                      <a:pt x="3973" y="6394"/>
                      <a:pt x="2807" y="4882"/>
                      <a:pt x="2807" y="4882"/>
                    </a:cubicBezTo>
                  </a:path>
                </a:pathLst>
              </a:custGeom>
              <a:noFill/>
              <a:ln w="2857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86" name="Google Shape;286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87" name="Google Shape;287;p4"/>
          <p:cNvSpPr txBox="1">
            <a:spLocks noGrp="1"/>
          </p:cNvSpPr>
          <p:nvPr>
            <p:ph type="body" idx="1"/>
          </p:nvPr>
        </p:nvSpPr>
        <p:spPr>
          <a:xfrm>
            <a:off x="720000" y="1017725"/>
            <a:ext cx="7704000" cy="358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 sz="1250">
                <a:solidFill>
                  <a:srgbClr val="434343"/>
                </a:solidFill>
              </a:defRPr>
            </a:lvl1pPr>
            <a:lvl2pPr marL="914400" lvl="1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2pPr>
            <a:lvl3pPr marL="1371600" lvl="2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3pPr>
            <a:lvl4pPr marL="1828800" lvl="3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4pPr>
            <a:lvl5pPr marL="2286000" lvl="4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5pPr>
            <a:lvl6pPr marL="2743200" lvl="5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6pPr>
            <a:lvl7pPr marL="3200400" lvl="6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7pPr>
            <a:lvl8pPr marL="3657600" lvl="7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8pPr>
            <a:lvl9pPr marL="4114800" lvl="8" indent="-30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13"/>
          <p:cNvSpPr/>
          <p:nvPr/>
        </p:nvSpPr>
        <p:spPr>
          <a:xfrm rot="10800000" flipH="1">
            <a:off x="290375" y="-1384500"/>
            <a:ext cx="8947373" cy="7026175"/>
          </a:xfrm>
          <a:custGeom>
            <a:avLst/>
            <a:gdLst/>
            <a:ahLst/>
            <a:cxnLst/>
            <a:rect l="l" t="t" r="r" b="b"/>
            <a:pathLst>
              <a:path w="197057" h="142526" extrusionOk="0">
                <a:moveTo>
                  <a:pt x="178150" y="100975"/>
                </a:moveTo>
                <a:cubicBezTo>
                  <a:pt x="175293" y="92768"/>
                  <a:pt x="176083" y="83740"/>
                  <a:pt x="177572" y="75199"/>
                </a:cubicBezTo>
                <a:cubicBezTo>
                  <a:pt x="179092" y="66628"/>
                  <a:pt x="181311" y="58087"/>
                  <a:pt x="181189" y="49393"/>
                </a:cubicBezTo>
                <a:cubicBezTo>
                  <a:pt x="181007" y="35199"/>
                  <a:pt x="174198" y="21186"/>
                  <a:pt x="163074" y="12341"/>
                </a:cubicBezTo>
                <a:cubicBezTo>
                  <a:pt x="151949" y="3496"/>
                  <a:pt x="136751" y="1"/>
                  <a:pt x="122891" y="3223"/>
                </a:cubicBezTo>
                <a:cubicBezTo>
                  <a:pt x="114167" y="5259"/>
                  <a:pt x="105930" y="9818"/>
                  <a:pt x="96963" y="10183"/>
                </a:cubicBezTo>
                <a:cubicBezTo>
                  <a:pt x="87723" y="10578"/>
                  <a:pt x="78969" y="6505"/>
                  <a:pt x="69911" y="4834"/>
                </a:cubicBezTo>
                <a:cubicBezTo>
                  <a:pt x="48360" y="882"/>
                  <a:pt x="25260" y="11703"/>
                  <a:pt x="13223" y="30001"/>
                </a:cubicBezTo>
                <a:cubicBezTo>
                  <a:pt x="1156" y="48299"/>
                  <a:pt x="1" y="72828"/>
                  <a:pt x="8846" y="92859"/>
                </a:cubicBezTo>
                <a:cubicBezTo>
                  <a:pt x="17661" y="112920"/>
                  <a:pt x="35746" y="128300"/>
                  <a:pt x="56446" y="135413"/>
                </a:cubicBezTo>
                <a:cubicBezTo>
                  <a:pt x="77175" y="142526"/>
                  <a:pt x="100215" y="141705"/>
                  <a:pt x="121006" y="134775"/>
                </a:cubicBezTo>
                <a:cubicBezTo>
                  <a:pt x="131189" y="131370"/>
                  <a:pt x="140885" y="126568"/>
                  <a:pt x="151219" y="123650"/>
                </a:cubicBezTo>
                <a:cubicBezTo>
                  <a:pt x="161554" y="120732"/>
                  <a:pt x="172952" y="119790"/>
                  <a:pt x="182800" y="124136"/>
                </a:cubicBezTo>
                <a:lnTo>
                  <a:pt x="197056" y="116628"/>
                </a:lnTo>
                <a:cubicBezTo>
                  <a:pt x="188363" y="116385"/>
                  <a:pt x="181007" y="109212"/>
                  <a:pt x="178150" y="100975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00" name="Google Shape;800;p13"/>
          <p:cNvGrpSpPr/>
          <p:nvPr/>
        </p:nvGrpSpPr>
        <p:grpSpPr>
          <a:xfrm rot="-6181488">
            <a:off x="-634175" y="4161379"/>
            <a:ext cx="2109570" cy="1678193"/>
            <a:chOff x="-1221177" y="-856963"/>
            <a:chExt cx="3089277" cy="2457565"/>
          </a:xfrm>
        </p:grpSpPr>
        <p:grpSp>
          <p:nvGrpSpPr>
            <p:cNvPr id="801" name="Google Shape;801;p13"/>
            <p:cNvGrpSpPr/>
            <p:nvPr/>
          </p:nvGrpSpPr>
          <p:grpSpPr>
            <a:xfrm>
              <a:off x="-1221177" y="-856963"/>
              <a:ext cx="3089277" cy="2457565"/>
              <a:chOff x="-1221177" y="-856963"/>
              <a:chExt cx="3089277" cy="2457565"/>
            </a:xfrm>
          </p:grpSpPr>
          <p:sp>
            <p:nvSpPr>
              <p:cNvPr id="802" name="Google Shape;802;p13"/>
              <p:cNvSpPr/>
              <p:nvPr/>
            </p:nvSpPr>
            <p:spPr>
              <a:xfrm>
                <a:off x="-1221177" y="-564373"/>
                <a:ext cx="3089277" cy="2164975"/>
              </a:xfrm>
              <a:custGeom>
                <a:avLst/>
                <a:gdLst/>
                <a:ahLst/>
                <a:cxnLst/>
                <a:rect l="l" t="t" r="r" b="b"/>
                <a:pathLst>
                  <a:path w="65482" h="45890" fill="none" extrusionOk="0">
                    <a:moveTo>
                      <a:pt x="0" y="40751"/>
                    </a:moveTo>
                    <a:cubicBezTo>
                      <a:pt x="18837" y="45889"/>
                      <a:pt x="46927" y="45492"/>
                      <a:pt x="60600" y="14866"/>
                    </a:cubicBezTo>
                    <a:cubicBezTo>
                      <a:pt x="63047" y="9381"/>
                      <a:pt x="65482" y="1"/>
                      <a:pt x="65482" y="1"/>
                    </a:cubicBezTo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" name="Google Shape;803;p13"/>
              <p:cNvSpPr/>
              <p:nvPr/>
            </p:nvSpPr>
            <p:spPr>
              <a:xfrm>
                <a:off x="-1050729" y="-637497"/>
                <a:ext cx="2826970" cy="2014998"/>
              </a:xfrm>
              <a:custGeom>
                <a:avLst/>
                <a:gdLst/>
                <a:ahLst/>
                <a:cxnLst/>
                <a:rect l="l" t="t" r="r" b="b"/>
                <a:pathLst>
                  <a:path w="59922" h="42711" fill="none" extrusionOk="0">
                    <a:moveTo>
                      <a:pt x="1" y="38610"/>
                    </a:moveTo>
                    <a:cubicBezTo>
                      <a:pt x="16980" y="42711"/>
                      <a:pt x="41814" y="41878"/>
                      <a:pt x="54885" y="14519"/>
                    </a:cubicBezTo>
                    <a:cubicBezTo>
                      <a:pt x="57474" y="9099"/>
                      <a:pt x="59921" y="0"/>
                      <a:pt x="59921" y="0"/>
                    </a:cubicBezTo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Google Shape;804;p13"/>
              <p:cNvSpPr/>
              <p:nvPr/>
            </p:nvSpPr>
            <p:spPr>
              <a:xfrm>
                <a:off x="-880847" y="-710668"/>
                <a:ext cx="2564569" cy="1865729"/>
              </a:xfrm>
              <a:custGeom>
                <a:avLst/>
                <a:gdLst/>
                <a:ahLst/>
                <a:cxnLst/>
                <a:rect l="l" t="t" r="r" b="b"/>
                <a:pathLst>
                  <a:path w="54360" h="39547" fill="none" extrusionOk="0">
                    <a:moveTo>
                      <a:pt x="1" y="36483"/>
                    </a:moveTo>
                    <a:cubicBezTo>
                      <a:pt x="15134" y="39546"/>
                      <a:pt x="36817" y="38303"/>
                      <a:pt x="49195" y="14186"/>
                    </a:cubicBezTo>
                    <a:cubicBezTo>
                      <a:pt x="51938" y="8830"/>
                      <a:pt x="54360" y="1"/>
                      <a:pt x="54360" y="1"/>
                    </a:cubicBezTo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" name="Google Shape;805;p13"/>
              <p:cNvSpPr/>
              <p:nvPr/>
            </p:nvSpPr>
            <p:spPr>
              <a:xfrm>
                <a:off x="-710353" y="-783792"/>
                <a:ext cx="2302168" cy="1715751"/>
              </a:xfrm>
              <a:custGeom>
                <a:avLst/>
                <a:gdLst/>
                <a:ahLst/>
                <a:cxnLst/>
                <a:rect l="l" t="t" r="r" b="b"/>
                <a:pathLst>
                  <a:path w="48798" h="36368" fill="none" extrusionOk="0">
                    <a:moveTo>
                      <a:pt x="0" y="34356"/>
                    </a:moveTo>
                    <a:cubicBezTo>
                      <a:pt x="13276" y="36368"/>
                      <a:pt x="31883" y="34766"/>
                      <a:pt x="43480" y="13853"/>
                    </a:cubicBezTo>
                    <a:cubicBezTo>
                      <a:pt x="46401" y="8573"/>
                      <a:pt x="48798" y="0"/>
                      <a:pt x="48798" y="0"/>
                    </a:cubicBezTo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" name="Google Shape;806;p13"/>
              <p:cNvSpPr/>
              <p:nvPr/>
            </p:nvSpPr>
            <p:spPr>
              <a:xfrm>
                <a:off x="-540471" y="-856963"/>
                <a:ext cx="2040380" cy="1565868"/>
              </a:xfrm>
              <a:custGeom>
                <a:avLst/>
                <a:gdLst/>
                <a:ahLst/>
                <a:cxnLst/>
                <a:rect l="l" t="t" r="r" b="b"/>
                <a:pathLst>
                  <a:path w="43249" h="33191" fill="none" extrusionOk="0">
                    <a:moveTo>
                      <a:pt x="0" y="32229"/>
                    </a:moveTo>
                    <a:cubicBezTo>
                      <a:pt x="11431" y="33190"/>
                      <a:pt x="27051" y="31294"/>
                      <a:pt x="37777" y="13520"/>
                    </a:cubicBezTo>
                    <a:cubicBezTo>
                      <a:pt x="40904" y="8317"/>
                      <a:pt x="43249" y="1"/>
                      <a:pt x="43249" y="1"/>
                    </a:cubicBezTo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07" name="Google Shape;807;p13"/>
            <p:cNvGrpSpPr/>
            <p:nvPr/>
          </p:nvGrpSpPr>
          <p:grpSpPr>
            <a:xfrm>
              <a:off x="828772" y="314668"/>
              <a:ext cx="416010" cy="486680"/>
              <a:chOff x="828772" y="314668"/>
              <a:chExt cx="416010" cy="486680"/>
            </a:xfrm>
          </p:grpSpPr>
          <p:sp>
            <p:nvSpPr>
              <p:cNvPr id="808" name="Google Shape;808;p13"/>
              <p:cNvSpPr/>
              <p:nvPr/>
            </p:nvSpPr>
            <p:spPr>
              <a:xfrm>
                <a:off x="828772" y="325849"/>
                <a:ext cx="182624" cy="180501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3826" extrusionOk="0">
                    <a:moveTo>
                      <a:pt x="2277" y="1"/>
                    </a:moveTo>
                    <a:cubicBezTo>
                      <a:pt x="1531" y="1"/>
                      <a:pt x="747" y="588"/>
                      <a:pt x="398" y="1455"/>
                    </a:cubicBezTo>
                    <a:cubicBezTo>
                      <a:pt x="1" y="2454"/>
                      <a:pt x="321" y="3454"/>
                      <a:pt x="1103" y="3748"/>
                    </a:cubicBezTo>
                    <a:cubicBezTo>
                      <a:pt x="1245" y="3800"/>
                      <a:pt x="1395" y="3825"/>
                      <a:pt x="1548" y="3825"/>
                    </a:cubicBezTo>
                    <a:cubicBezTo>
                      <a:pt x="2224" y="3825"/>
                      <a:pt x="2961" y="3340"/>
                      <a:pt x="3358" y="2557"/>
                    </a:cubicBezTo>
                    <a:cubicBezTo>
                      <a:pt x="3871" y="1544"/>
                      <a:pt x="3602" y="417"/>
                      <a:pt x="2743" y="83"/>
                    </a:cubicBezTo>
                    <a:cubicBezTo>
                      <a:pt x="2593" y="27"/>
                      <a:pt x="2436" y="1"/>
                      <a:pt x="227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Google Shape;809;p13"/>
              <p:cNvSpPr/>
              <p:nvPr/>
            </p:nvSpPr>
            <p:spPr>
              <a:xfrm>
                <a:off x="828772" y="314668"/>
                <a:ext cx="182624" cy="201354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4268" fill="none" extrusionOk="0">
                    <a:moveTo>
                      <a:pt x="2743" y="320"/>
                    </a:moveTo>
                    <a:cubicBezTo>
                      <a:pt x="3602" y="654"/>
                      <a:pt x="3871" y="1781"/>
                      <a:pt x="3358" y="2794"/>
                    </a:cubicBezTo>
                    <a:cubicBezTo>
                      <a:pt x="2871" y="3755"/>
                      <a:pt x="1872" y="4267"/>
                      <a:pt x="1103" y="3985"/>
                    </a:cubicBezTo>
                    <a:cubicBezTo>
                      <a:pt x="321" y="3691"/>
                      <a:pt x="1" y="2691"/>
                      <a:pt x="398" y="1692"/>
                    </a:cubicBezTo>
                    <a:cubicBezTo>
                      <a:pt x="821" y="641"/>
                      <a:pt x="1885" y="0"/>
                      <a:pt x="2743" y="320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accent1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Google Shape;810;p13"/>
              <p:cNvSpPr/>
              <p:nvPr/>
            </p:nvSpPr>
            <p:spPr>
              <a:xfrm>
                <a:off x="865664" y="494788"/>
                <a:ext cx="379118" cy="306559"/>
              </a:xfrm>
              <a:custGeom>
                <a:avLst/>
                <a:gdLst/>
                <a:ahLst/>
                <a:cxnLst/>
                <a:rect l="l" t="t" r="r" b="b"/>
                <a:pathLst>
                  <a:path w="8036" h="6498" fill="none" extrusionOk="0">
                    <a:moveTo>
                      <a:pt x="1" y="1"/>
                    </a:moveTo>
                    <a:lnTo>
                      <a:pt x="8035" y="6498"/>
                    </a:lnTo>
                  </a:path>
                </a:pathLst>
              </a:custGeom>
              <a:noFill/>
              <a:ln w="2857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11" name="Google Shape;811;p13"/>
            <p:cNvGrpSpPr/>
            <p:nvPr/>
          </p:nvGrpSpPr>
          <p:grpSpPr>
            <a:xfrm>
              <a:off x="323987" y="610889"/>
              <a:ext cx="341044" cy="623914"/>
              <a:chOff x="323987" y="610889"/>
              <a:chExt cx="341044" cy="623914"/>
            </a:xfrm>
          </p:grpSpPr>
          <p:sp>
            <p:nvSpPr>
              <p:cNvPr id="812" name="Google Shape;812;p13"/>
              <p:cNvSpPr/>
              <p:nvPr/>
            </p:nvSpPr>
            <p:spPr>
              <a:xfrm>
                <a:off x="323987" y="1036281"/>
                <a:ext cx="204986" cy="187814"/>
              </a:xfrm>
              <a:custGeom>
                <a:avLst/>
                <a:gdLst/>
                <a:ahLst/>
                <a:cxnLst/>
                <a:rect l="l" t="t" r="r" b="b"/>
                <a:pathLst>
                  <a:path w="4345" h="3981" extrusionOk="0">
                    <a:moveTo>
                      <a:pt x="2671" y="0"/>
                    </a:moveTo>
                    <a:cubicBezTo>
                      <a:pt x="2077" y="0"/>
                      <a:pt x="1416" y="308"/>
                      <a:pt x="911" y="876"/>
                    </a:cubicBezTo>
                    <a:cubicBezTo>
                      <a:pt x="116" y="1760"/>
                      <a:pt x="1" y="2952"/>
                      <a:pt x="616" y="3580"/>
                    </a:cubicBezTo>
                    <a:cubicBezTo>
                      <a:pt x="879" y="3848"/>
                      <a:pt x="1237" y="3980"/>
                      <a:pt x="1629" y="3980"/>
                    </a:cubicBezTo>
                    <a:cubicBezTo>
                      <a:pt x="2154" y="3980"/>
                      <a:pt x="2738" y="3742"/>
                      <a:pt x="3230" y="3272"/>
                    </a:cubicBezTo>
                    <a:cubicBezTo>
                      <a:pt x="4127" y="2414"/>
                      <a:pt x="4345" y="1106"/>
                      <a:pt x="3679" y="402"/>
                    </a:cubicBezTo>
                    <a:cubicBezTo>
                      <a:pt x="3411" y="130"/>
                      <a:pt x="3055" y="0"/>
                      <a:pt x="267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Google Shape;813;p13"/>
              <p:cNvSpPr/>
              <p:nvPr/>
            </p:nvSpPr>
            <p:spPr>
              <a:xfrm>
                <a:off x="323987" y="1022552"/>
                <a:ext cx="204986" cy="212252"/>
              </a:xfrm>
              <a:custGeom>
                <a:avLst/>
                <a:gdLst/>
                <a:ahLst/>
                <a:cxnLst/>
                <a:rect l="l" t="t" r="r" b="b"/>
                <a:pathLst>
                  <a:path w="4345" h="4499" fill="none" extrusionOk="0">
                    <a:moveTo>
                      <a:pt x="3679" y="693"/>
                    </a:moveTo>
                    <a:cubicBezTo>
                      <a:pt x="4345" y="1397"/>
                      <a:pt x="4127" y="2705"/>
                      <a:pt x="3230" y="3563"/>
                    </a:cubicBezTo>
                    <a:cubicBezTo>
                      <a:pt x="2371" y="4383"/>
                      <a:pt x="1231" y="4499"/>
                      <a:pt x="616" y="3871"/>
                    </a:cubicBezTo>
                    <a:cubicBezTo>
                      <a:pt x="1" y="3243"/>
                      <a:pt x="116" y="2051"/>
                      <a:pt x="911" y="1167"/>
                    </a:cubicBezTo>
                    <a:cubicBezTo>
                      <a:pt x="1744" y="231"/>
                      <a:pt x="2999" y="1"/>
                      <a:pt x="3679" y="693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dk2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" name="Google Shape;814;p13"/>
              <p:cNvSpPr/>
              <p:nvPr/>
            </p:nvSpPr>
            <p:spPr>
              <a:xfrm>
                <a:off x="386259" y="610889"/>
                <a:ext cx="278772" cy="473379"/>
              </a:xfrm>
              <a:custGeom>
                <a:avLst/>
                <a:gdLst/>
                <a:ahLst/>
                <a:cxnLst/>
                <a:rect l="l" t="t" r="r" b="b"/>
                <a:pathLst>
                  <a:path w="5909" h="10034" fill="none" extrusionOk="0">
                    <a:moveTo>
                      <a:pt x="2717" y="10034"/>
                    </a:moveTo>
                    <a:lnTo>
                      <a:pt x="1" y="0"/>
                    </a:lnTo>
                    <a:cubicBezTo>
                      <a:pt x="1" y="0"/>
                      <a:pt x="5908" y="3370"/>
                      <a:pt x="4588" y="5562"/>
                    </a:cubicBezTo>
                    <a:cubicBezTo>
                      <a:pt x="3973" y="6394"/>
                      <a:pt x="2807" y="4882"/>
                      <a:pt x="2807" y="4882"/>
                    </a:cubicBezTo>
                  </a:path>
                </a:pathLst>
              </a:custGeom>
              <a:noFill/>
              <a:ln w="2857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15" name="Google Shape;815;p13"/>
          <p:cNvGrpSpPr/>
          <p:nvPr/>
        </p:nvGrpSpPr>
        <p:grpSpPr>
          <a:xfrm rot="-870592">
            <a:off x="6470060" y="-898348"/>
            <a:ext cx="3385712" cy="2433470"/>
            <a:chOff x="6449979" y="-528274"/>
            <a:chExt cx="3617396" cy="2599992"/>
          </a:xfrm>
        </p:grpSpPr>
        <p:grpSp>
          <p:nvGrpSpPr>
            <p:cNvPr id="816" name="Google Shape;816;p13"/>
            <p:cNvGrpSpPr/>
            <p:nvPr/>
          </p:nvGrpSpPr>
          <p:grpSpPr>
            <a:xfrm rot="1281848">
              <a:off x="6872795" y="142919"/>
              <a:ext cx="3039627" cy="1424068"/>
              <a:chOff x="5250782" y="5679875"/>
              <a:chExt cx="3039575" cy="1424044"/>
            </a:xfrm>
          </p:grpSpPr>
          <p:sp>
            <p:nvSpPr>
              <p:cNvPr id="817" name="Google Shape;817;p13"/>
              <p:cNvSpPr/>
              <p:nvPr/>
            </p:nvSpPr>
            <p:spPr>
              <a:xfrm>
                <a:off x="5250782" y="5760619"/>
                <a:ext cx="3039575" cy="1343300"/>
              </a:xfrm>
              <a:custGeom>
                <a:avLst/>
                <a:gdLst/>
                <a:ahLst/>
                <a:cxnLst/>
                <a:rect l="l" t="t" r="r" b="b"/>
                <a:pathLst>
                  <a:path w="86845" h="38380" fill="none" extrusionOk="0">
                    <a:moveTo>
                      <a:pt x="1" y="0"/>
                    </a:moveTo>
                    <a:cubicBezTo>
                      <a:pt x="12662" y="18222"/>
                      <a:pt x="37471" y="38379"/>
                      <a:pt x="71736" y="21644"/>
                    </a:cubicBezTo>
                    <a:cubicBezTo>
                      <a:pt x="77875" y="18658"/>
                      <a:pt x="86845" y="12251"/>
                      <a:pt x="86845" y="12251"/>
                    </a:cubicBezTo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" name="Google Shape;818;p13"/>
              <p:cNvSpPr/>
              <p:nvPr/>
            </p:nvSpPr>
            <p:spPr>
              <a:xfrm>
                <a:off x="5454864" y="5740424"/>
                <a:ext cx="2815330" cy="1167950"/>
              </a:xfrm>
              <a:custGeom>
                <a:avLst/>
                <a:gdLst/>
                <a:ahLst/>
                <a:cxnLst/>
                <a:rect l="l" t="t" r="r" b="b"/>
                <a:pathLst>
                  <a:path w="80438" h="33370" fill="none" extrusionOk="0">
                    <a:moveTo>
                      <a:pt x="1" y="1"/>
                    </a:moveTo>
                    <a:cubicBezTo>
                      <a:pt x="11816" y="15967"/>
                      <a:pt x="34100" y="33369"/>
                      <a:pt x="65457" y="19043"/>
                    </a:cubicBezTo>
                    <a:cubicBezTo>
                      <a:pt x="71672" y="16211"/>
                      <a:pt x="80437" y="10047"/>
                      <a:pt x="80437" y="10047"/>
                    </a:cubicBezTo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" name="Google Shape;819;p13"/>
              <p:cNvSpPr/>
              <p:nvPr/>
            </p:nvSpPr>
            <p:spPr>
              <a:xfrm>
                <a:off x="5658947" y="5720264"/>
                <a:ext cx="2591505" cy="995680"/>
              </a:xfrm>
              <a:custGeom>
                <a:avLst/>
                <a:gdLst/>
                <a:ahLst/>
                <a:cxnLst/>
                <a:rect l="l" t="t" r="r" b="b"/>
                <a:pathLst>
                  <a:path w="74043" h="28448" fill="none" extrusionOk="0">
                    <a:moveTo>
                      <a:pt x="0" y="0"/>
                    </a:moveTo>
                    <a:cubicBezTo>
                      <a:pt x="10957" y="13699"/>
                      <a:pt x="30781" y="28448"/>
                      <a:pt x="59177" y="16441"/>
                    </a:cubicBezTo>
                    <a:cubicBezTo>
                      <a:pt x="65482" y="13775"/>
                      <a:pt x="74042" y="7842"/>
                      <a:pt x="74042" y="7842"/>
                    </a:cubicBezTo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" name="Google Shape;820;p13"/>
              <p:cNvSpPr/>
              <p:nvPr/>
            </p:nvSpPr>
            <p:spPr>
              <a:xfrm>
                <a:off x="5862994" y="5700070"/>
                <a:ext cx="2367715" cy="827085"/>
              </a:xfrm>
              <a:custGeom>
                <a:avLst/>
                <a:gdLst/>
                <a:ahLst/>
                <a:cxnLst/>
                <a:rect l="l" t="t" r="r" b="b"/>
                <a:pathLst>
                  <a:path w="67649" h="23631" fill="none" extrusionOk="0">
                    <a:moveTo>
                      <a:pt x="1" y="0"/>
                    </a:moveTo>
                    <a:cubicBezTo>
                      <a:pt x="10111" y="11444"/>
                      <a:pt x="27513" y="23630"/>
                      <a:pt x="52886" y="13840"/>
                    </a:cubicBezTo>
                    <a:cubicBezTo>
                      <a:pt x="59293" y="11380"/>
                      <a:pt x="67648" y="5652"/>
                      <a:pt x="67648" y="5652"/>
                    </a:cubicBezTo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" name="Google Shape;821;p13"/>
              <p:cNvSpPr/>
              <p:nvPr/>
            </p:nvSpPr>
            <p:spPr>
              <a:xfrm>
                <a:off x="6067076" y="5679875"/>
                <a:ext cx="2143435" cy="662025"/>
              </a:xfrm>
              <a:custGeom>
                <a:avLst/>
                <a:gdLst/>
                <a:ahLst/>
                <a:cxnLst/>
                <a:rect l="l" t="t" r="r" b="b"/>
                <a:pathLst>
                  <a:path w="61241" h="18915" fill="none" extrusionOk="0">
                    <a:moveTo>
                      <a:pt x="0" y="1"/>
                    </a:moveTo>
                    <a:cubicBezTo>
                      <a:pt x="9252" y="9176"/>
                      <a:pt x="24284" y="18915"/>
                      <a:pt x="46607" y="11239"/>
                    </a:cubicBezTo>
                    <a:cubicBezTo>
                      <a:pt x="53129" y="8996"/>
                      <a:pt x="61241" y="3448"/>
                      <a:pt x="61241" y="3448"/>
                    </a:cubicBezTo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22" name="Google Shape;822;p13"/>
            <p:cNvGrpSpPr/>
            <p:nvPr/>
          </p:nvGrpSpPr>
          <p:grpSpPr>
            <a:xfrm rot="1281848">
              <a:off x="8994824" y="895474"/>
              <a:ext cx="178083" cy="499247"/>
              <a:chOff x="7430972" y="6160663"/>
              <a:chExt cx="178080" cy="499239"/>
            </a:xfrm>
          </p:grpSpPr>
          <p:sp>
            <p:nvSpPr>
              <p:cNvPr id="823" name="Google Shape;823;p13"/>
              <p:cNvSpPr/>
              <p:nvPr/>
            </p:nvSpPr>
            <p:spPr>
              <a:xfrm>
                <a:off x="7430972" y="6169903"/>
                <a:ext cx="178080" cy="129675"/>
              </a:xfrm>
              <a:custGeom>
                <a:avLst/>
                <a:gdLst/>
                <a:ahLst/>
                <a:cxnLst/>
                <a:rect l="l" t="t" r="r" b="b"/>
                <a:pathLst>
                  <a:path w="5088" h="3705" extrusionOk="0">
                    <a:moveTo>
                      <a:pt x="2858" y="1"/>
                    </a:moveTo>
                    <a:cubicBezTo>
                      <a:pt x="2417" y="1"/>
                      <a:pt x="1952" y="111"/>
                      <a:pt x="1525" y="339"/>
                    </a:cubicBezTo>
                    <a:cubicBezTo>
                      <a:pt x="449" y="916"/>
                      <a:pt x="0" y="2031"/>
                      <a:pt x="461" y="2851"/>
                    </a:cubicBezTo>
                    <a:cubicBezTo>
                      <a:pt x="778" y="3397"/>
                      <a:pt x="1435" y="3705"/>
                      <a:pt x="2173" y="3705"/>
                    </a:cubicBezTo>
                    <a:cubicBezTo>
                      <a:pt x="2542" y="3705"/>
                      <a:pt x="2930" y="3628"/>
                      <a:pt x="3306" y="3466"/>
                    </a:cubicBezTo>
                    <a:cubicBezTo>
                      <a:pt x="4485" y="2953"/>
                      <a:pt x="5087" y="1774"/>
                      <a:pt x="4562" y="864"/>
                    </a:cubicBezTo>
                    <a:cubicBezTo>
                      <a:pt x="4243" y="299"/>
                      <a:pt x="3583" y="1"/>
                      <a:pt x="285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" name="Google Shape;824;p13"/>
              <p:cNvSpPr/>
              <p:nvPr/>
            </p:nvSpPr>
            <p:spPr>
              <a:xfrm>
                <a:off x="7430972" y="6160663"/>
                <a:ext cx="178080" cy="147595"/>
              </a:xfrm>
              <a:custGeom>
                <a:avLst/>
                <a:gdLst/>
                <a:ahLst/>
                <a:cxnLst/>
                <a:rect l="l" t="t" r="r" b="b"/>
                <a:pathLst>
                  <a:path w="5088" h="4217" fill="none" extrusionOk="0">
                    <a:moveTo>
                      <a:pt x="4562" y="1128"/>
                    </a:moveTo>
                    <a:cubicBezTo>
                      <a:pt x="5087" y="2038"/>
                      <a:pt x="4485" y="3217"/>
                      <a:pt x="3306" y="3730"/>
                    </a:cubicBezTo>
                    <a:cubicBezTo>
                      <a:pt x="2179" y="4217"/>
                      <a:pt x="936" y="3935"/>
                      <a:pt x="461" y="3115"/>
                    </a:cubicBezTo>
                    <a:cubicBezTo>
                      <a:pt x="0" y="2295"/>
                      <a:pt x="449" y="1180"/>
                      <a:pt x="1525" y="603"/>
                    </a:cubicBezTo>
                    <a:cubicBezTo>
                      <a:pt x="2653" y="1"/>
                      <a:pt x="4050" y="219"/>
                      <a:pt x="4562" y="1128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accent1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Google Shape;825;p13"/>
              <p:cNvSpPr/>
              <p:nvPr/>
            </p:nvSpPr>
            <p:spPr>
              <a:xfrm>
                <a:off x="7442172" y="6256667"/>
                <a:ext cx="78960" cy="403235"/>
              </a:xfrm>
              <a:custGeom>
                <a:avLst/>
                <a:gdLst/>
                <a:ahLst/>
                <a:cxnLst/>
                <a:rect l="l" t="t" r="r" b="b"/>
                <a:pathLst>
                  <a:path w="2256" h="11521" fill="none" extrusionOk="0">
                    <a:moveTo>
                      <a:pt x="1" y="0"/>
                    </a:moveTo>
                    <a:lnTo>
                      <a:pt x="2256" y="11520"/>
                    </a:lnTo>
                  </a:path>
                </a:pathLst>
              </a:custGeom>
              <a:noFill/>
              <a:ln w="2857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26" name="Google Shape;826;p13"/>
            <p:cNvGrpSpPr/>
            <p:nvPr/>
          </p:nvGrpSpPr>
          <p:grpSpPr>
            <a:xfrm rot="1281876" flipH="1">
              <a:off x="9436971" y="1306536"/>
              <a:ext cx="307138" cy="621498"/>
              <a:chOff x="5635147" y="6404645"/>
              <a:chExt cx="150290" cy="304114"/>
            </a:xfrm>
          </p:grpSpPr>
          <p:sp>
            <p:nvSpPr>
              <p:cNvPr id="827" name="Google Shape;827;p13"/>
              <p:cNvSpPr/>
              <p:nvPr/>
            </p:nvSpPr>
            <p:spPr>
              <a:xfrm>
                <a:off x="5635147" y="6411540"/>
                <a:ext cx="103670" cy="89950"/>
              </a:xfrm>
              <a:custGeom>
                <a:avLst/>
                <a:gdLst/>
                <a:ahLst/>
                <a:cxnLst/>
                <a:rect l="l" t="t" r="r" b="b"/>
                <a:pathLst>
                  <a:path w="2962" h="2570" extrusionOk="0">
                    <a:moveTo>
                      <a:pt x="1778" y="1"/>
                    </a:moveTo>
                    <a:cubicBezTo>
                      <a:pt x="1341" y="1"/>
                      <a:pt x="861" y="224"/>
                      <a:pt x="526" y="624"/>
                    </a:cubicBezTo>
                    <a:cubicBezTo>
                      <a:pt x="14" y="1213"/>
                      <a:pt x="1" y="1969"/>
                      <a:pt x="475" y="2354"/>
                    </a:cubicBezTo>
                    <a:cubicBezTo>
                      <a:pt x="655" y="2499"/>
                      <a:pt x="887" y="2569"/>
                      <a:pt x="1136" y="2569"/>
                    </a:cubicBezTo>
                    <a:cubicBezTo>
                      <a:pt x="1527" y="2569"/>
                      <a:pt x="1958" y="2395"/>
                      <a:pt x="2295" y="2059"/>
                    </a:cubicBezTo>
                    <a:cubicBezTo>
                      <a:pt x="2884" y="1482"/>
                      <a:pt x="2961" y="650"/>
                      <a:pt x="2449" y="227"/>
                    </a:cubicBezTo>
                    <a:cubicBezTo>
                      <a:pt x="2262" y="73"/>
                      <a:pt x="2027" y="1"/>
                      <a:pt x="177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Google Shape;828;p13"/>
              <p:cNvSpPr/>
              <p:nvPr/>
            </p:nvSpPr>
            <p:spPr>
              <a:xfrm>
                <a:off x="5635147" y="6404645"/>
                <a:ext cx="103670" cy="102305"/>
              </a:xfrm>
              <a:custGeom>
                <a:avLst/>
                <a:gdLst/>
                <a:ahLst/>
                <a:cxnLst/>
                <a:rect l="l" t="t" r="r" b="b"/>
                <a:pathLst>
                  <a:path w="2962" h="2923" fill="none" extrusionOk="0">
                    <a:moveTo>
                      <a:pt x="2449" y="424"/>
                    </a:moveTo>
                    <a:cubicBezTo>
                      <a:pt x="2961" y="847"/>
                      <a:pt x="2884" y="1679"/>
                      <a:pt x="2295" y="2256"/>
                    </a:cubicBezTo>
                    <a:cubicBezTo>
                      <a:pt x="1744" y="2807"/>
                      <a:pt x="936" y="2922"/>
                      <a:pt x="475" y="2551"/>
                    </a:cubicBezTo>
                    <a:cubicBezTo>
                      <a:pt x="1" y="2166"/>
                      <a:pt x="14" y="1410"/>
                      <a:pt x="526" y="821"/>
                    </a:cubicBezTo>
                    <a:cubicBezTo>
                      <a:pt x="1052" y="193"/>
                      <a:pt x="1936" y="1"/>
                      <a:pt x="2449" y="424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accent3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Google Shape;829;p13"/>
              <p:cNvSpPr/>
              <p:nvPr/>
            </p:nvSpPr>
            <p:spPr>
              <a:xfrm>
                <a:off x="5645472" y="6487174"/>
                <a:ext cx="139965" cy="221585"/>
              </a:xfrm>
              <a:custGeom>
                <a:avLst/>
                <a:gdLst/>
                <a:ahLst/>
                <a:cxnLst/>
                <a:rect l="l" t="t" r="r" b="b"/>
                <a:pathLst>
                  <a:path w="3999" h="6331" fill="none" extrusionOk="0">
                    <a:moveTo>
                      <a:pt x="1" y="1"/>
                    </a:moveTo>
                    <a:lnTo>
                      <a:pt x="3999" y="6331"/>
                    </a:lnTo>
                  </a:path>
                </a:pathLst>
              </a:custGeom>
              <a:noFill/>
              <a:ln w="2857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30" name="Google Shape;830;p13"/>
            <p:cNvGrpSpPr/>
            <p:nvPr/>
          </p:nvGrpSpPr>
          <p:grpSpPr>
            <a:xfrm rot="1281848">
              <a:off x="8256213" y="574644"/>
              <a:ext cx="414930" cy="480379"/>
              <a:chOff x="6614678" y="6088459"/>
              <a:chExt cx="414922" cy="480370"/>
            </a:xfrm>
          </p:grpSpPr>
          <p:sp>
            <p:nvSpPr>
              <p:cNvPr id="831" name="Google Shape;831;p13"/>
              <p:cNvSpPr/>
              <p:nvPr/>
            </p:nvSpPr>
            <p:spPr>
              <a:xfrm>
                <a:off x="6614678" y="6421025"/>
                <a:ext cx="187075" cy="139125"/>
              </a:xfrm>
              <a:custGeom>
                <a:avLst/>
                <a:gdLst/>
                <a:ahLst/>
                <a:cxnLst/>
                <a:rect l="l" t="t" r="r" b="b"/>
                <a:pathLst>
                  <a:path w="5345" h="3975" extrusionOk="0">
                    <a:moveTo>
                      <a:pt x="3112" y="1"/>
                    </a:moveTo>
                    <a:cubicBezTo>
                      <a:pt x="2758" y="1"/>
                      <a:pt x="2384" y="65"/>
                      <a:pt x="2013" y="199"/>
                    </a:cubicBezTo>
                    <a:cubicBezTo>
                      <a:pt x="744" y="673"/>
                      <a:pt x="1" y="1801"/>
                      <a:pt x="270" y="2762"/>
                    </a:cubicBezTo>
                    <a:cubicBezTo>
                      <a:pt x="488" y="3507"/>
                      <a:pt x="1268" y="3974"/>
                      <a:pt x="2211" y="3974"/>
                    </a:cubicBezTo>
                    <a:cubicBezTo>
                      <a:pt x="2485" y="3974"/>
                      <a:pt x="2772" y="3935"/>
                      <a:pt x="3063" y="3851"/>
                    </a:cubicBezTo>
                    <a:cubicBezTo>
                      <a:pt x="4422" y="3467"/>
                      <a:pt x="5344" y="2275"/>
                      <a:pt x="5050" y="1211"/>
                    </a:cubicBezTo>
                    <a:cubicBezTo>
                      <a:pt x="4827" y="441"/>
                      <a:pt x="4040" y="1"/>
                      <a:pt x="311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Google Shape;832;p13"/>
              <p:cNvSpPr/>
              <p:nvPr/>
            </p:nvSpPr>
            <p:spPr>
              <a:xfrm>
                <a:off x="6614678" y="6410945"/>
                <a:ext cx="187075" cy="157885"/>
              </a:xfrm>
              <a:custGeom>
                <a:avLst/>
                <a:gdLst/>
                <a:ahLst/>
                <a:cxnLst/>
                <a:rect l="l" t="t" r="r" b="b"/>
                <a:pathLst>
                  <a:path w="5345" h="4511" fill="none" extrusionOk="0">
                    <a:moveTo>
                      <a:pt x="5050" y="1499"/>
                    </a:moveTo>
                    <a:cubicBezTo>
                      <a:pt x="5344" y="2563"/>
                      <a:pt x="4422" y="3755"/>
                      <a:pt x="3063" y="4139"/>
                    </a:cubicBezTo>
                    <a:cubicBezTo>
                      <a:pt x="1769" y="4511"/>
                      <a:pt x="552" y="4011"/>
                      <a:pt x="270" y="3050"/>
                    </a:cubicBezTo>
                    <a:cubicBezTo>
                      <a:pt x="1" y="2089"/>
                      <a:pt x="744" y="961"/>
                      <a:pt x="2013" y="487"/>
                    </a:cubicBezTo>
                    <a:cubicBezTo>
                      <a:pt x="3358" y="0"/>
                      <a:pt x="4742" y="436"/>
                      <a:pt x="5050" y="1499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accent4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Google Shape;833;p13"/>
              <p:cNvSpPr/>
              <p:nvPr/>
            </p:nvSpPr>
            <p:spPr>
              <a:xfrm>
                <a:off x="6792756" y="6088459"/>
                <a:ext cx="236845" cy="403690"/>
              </a:xfrm>
              <a:custGeom>
                <a:avLst/>
                <a:gdLst/>
                <a:ahLst/>
                <a:cxnLst/>
                <a:rect l="l" t="t" r="r" b="b"/>
                <a:pathLst>
                  <a:path w="6767" h="11534" fill="none" extrusionOk="0">
                    <a:moveTo>
                      <a:pt x="0" y="11534"/>
                    </a:moveTo>
                    <a:lnTo>
                      <a:pt x="2627" y="1"/>
                    </a:lnTo>
                    <a:cubicBezTo>
                      <a:pt x="2627" y="1"/>
                      <a:pt x="6766" y="6549"/>
                      <a:pt x="4267" y="8048"/>
                    </a:cubicBezTo>
                    <a:cubicBezTo>
                      <a:pt x="3204" y="8548"/>
                      <a:pt x="2845" y="6408"/>
                      <a:pt x="2845" y="6408"/>
                    </a:cubicBezTo>
                  </a:path>
                </a:pathLst>
              </a:custGeom>
              <a:noFill/>
              <a:ln w="28575" cap="rnd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34" name="Google Shape;834;p13"/>
            <p:cNvGrpSpPr/>
            <p:nvPr/>
          </p:nvGrpSpPr>
          <p:grpSpPr>
            <a:xfrm rot="1281786">
              <a:off x="6556327" y="-455586"/>
              <a:ext cx="528001" cy="683472"/>
              <a:chOff x="4682110" y="5909052"/>
              <a:chExt cx="237719" cy="307716"/>
            </a:xfrm>
          </p:grpSpPr>
          <p:sp>
            <p:nvSpPr>
              <p:cNvPr id="835" name="Google Shape;835;p13"/>
              <p:cNvSpPr/>
              <p:nvPr/>
            </p:nvSpPr>
            <p:spPr>
              <a:xfrm>
                <a:off x="4682110" y="6048805"/>
                <a:ext cx="67305" cy="51555"/>
              </a:xfrm>
              <a:custGeom>
                <a:avLst/>
                <a:gdLst/>
                <a:ahLst/>
                <a:cxnLst/>
                <a:rect l="l" t="t" r="r" b="b"/>
                <a:pathLst>
                  <a:path w="1923" h="1473" extrusionOk="0">
                    <a:moveTo>
                      <a:pt x="910" y="0"/>
                    </a:moveTo>
                    <a:cubicBezTo>
                      <a:pt x="447" y="0"/>
                      <a:pt x="61" y="281"/>
                      <a:pt x="26" y="660"/>
                    </a:cubicBezTo>
                    <a:cubicBezTo>
                      <a:pt x="0" y="1057"/>
                      <a:pt x="385" y="1428"/>
                      <a:pt x="897" y="1467"/>
                    </a:cubicBezTo>
                    <a:cubicBezTo>
                      <a:pt x="935" y="1471"/>
                      <a:pt x="973" y="1473"/>
                      <a:pt x="1010" y="1473"/>
                    </a:cubicBezTo>
                    <a:cubicBezTo>
                      <a:pt x="1463" y="1473"/>
                      <a:pt x="1848" y="1193"/>
                      <a:pt x="1884" y="826"/>
                    </a:cubicBezTo>
                    <a:cubicBezTo>
                      <a:pt x="1922" y="416"/>
                      <a:pt x="1525" y="44"/>
                      <a:pt x="1025" y="6"/>
                    </a:cubicBezTo>
                    <a:cubicBezTo>
                      <a:pt x="986" y="2"/>
                      <a:pt x="948" y="0"/>
                      <a:pt x="91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Google Shape;836;p13"/>
              <p:cNvSpPr/>
              <p:nvPr/>
            </p:nvSpPr>
            <p:spPr>
              <a:xfrm>
                <a:off x="4682110" y="6047195"/>
                <a:ext cx="67305" cy="54775"/>
              </a:xfrm>
              <a:custGeom>
                <a:avLst/>
                <a:gdLst/>
                <a:ahLst/>
                <a:cxnLst/>
                <a:rect l="l" t="t" r="r" b="b"/>
                <a:pathLst>
                  <a:path w="1923" h="1565" fill="none" extrusionOk="0">
                    <a:moveTo>
                      <a:pt x="1884" y="872"/>
                    </a:moveTo>
                    <a:cubicBezTo>
                      <a:pt x="1846" y="1269"/>
                      <a:pt x="1397" y="1564"/>
                      <a:pt x="897" y="1513"/>
                    </a:cubicBezTo>
                    <a:cubicBezTo>
                      <a:pt x="385" y="1474"/>
                      <a:pt x="0" y="1103"/>
                      <a:pt x="26" y="706"/>
                    </a:cubicBezTo>
                    <a:cubicBezTo>
                      <a:pt x="64" y="295"/>
                      <a:pt x="513" y="1"/>
                      <a:pt x="1025" y="52"/>
                    </a:cubicBezTo>
                    <a:cubicBezTo>
                      <a:pt x="1525" y="90"/>
                      <a:pt x="1922" y="462"/>
                      <a:pt x="1884" y="872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accent2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Google Shape;837;p13"/>
              <p:cNvSpPr/>
              <p:nvPr/>
            </p:nvSpPr>
            <p:spPr>
              <a:xfrm>
                <a:off x="4791099" y="6164058"/>
                <a:ext cx="67305" cy="51485"/>
              </a:xfrm>
              <a:custGeom>
                <a:avLst/>
                <a:gdLst/>
                <a:ahLst/>
                <a:cxnLst/>
                <a:rect l="l" t="t" r="r" b="b"/>
                <a:pathLst>
                  <a:path w="1923" h="1471" extrusionOk="0">
                    <a:moveTo>
                      <a:pt x="910" y="0"/>
                    </a:moveTo>
                    <a:cubicBezTo>
                      <a:pt x="449" y="0"/>
                      <a:pt x="74" y="281"/>
                      <a:pt x="39" y="660"/>
                    </a:cubicBezTo>
                    <a:cubicBezTo>
                      <a:pt x="0" y="1057"/>
                      <a:pt x="385" y="1429"/>
                      <a:pt x="897" y="1467"/>
                    </a:cubicBezTo>
                    <a:cubicBezTo>
                      <a:pt x="928" y="1469"/>
                      <a:pt x="960" y="1471"/>
                      <a:pt x="990" y="1471"/>
                    </a:cubicBezTo>
                    <a:cubicBezTo>
                      <a:pt x="1463" y="1471"/>
                      <a:pt x="1861" y="1199"/>
                      <a:pt x="1897" y="814"/>
                    </a:cubicBezTo>
                    <a:cubicBezTo>
                      <a:pt x="1922" y="416"/>
                      <a:pt x="1538" y="45"/>
                      <a:pt x="1025" y="6"/>
                    </a:cubicBezTo>
                    <a:cubicBezTo>
                      <a:pt x="986" y="2"/>
                      <a:pt x="948" y="0"/>
                      <a:pt x="91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" name="Google Shape;838;p13"/>
              <p:cNvSpPr/>
              <p:nvPr/>
            </p:nvSpPr>
            <p:spPr>
              <a:xfrm>
                <a:off x="4791099" y="6162483"/>
                <a:ext cx="67305" cy="54285"/>
              </a:xfrm>
              <a:custGeom>
                <a:avLst/>
                <a:gdLst/>
                <a:ahLst/>
                <a:cxnLst/>
                <a:rect l="l" t="t" r="r" b="b"/>
                <a:pathLst>
                  <a:path w="1923" h="1551" fill="none" extrusionOk="0">
                    <a:moveTo>
                      <a:pt x="1897" y="859"/>
                    </a:moveTo>
                    <a:cubicBezTo>
                      <a:pt x="1858" y="1269"/>
                      <a:pt x="1410" y="1551"/>
                      <a:pt x="897" y="1512"/>
                    </a:cubicBezTo>
                    <a:cubicBezTo>
                      <a:pt x="385" y="1474"/>
                      <a:pt x="0" y="1102"/>
                      <a:pt x="39" y="705"/>
                    </a:cubicBezTo>
                    <a:cubicBezTo>
                      <a:pt x="77" y="295"/>
                      <a:pt x="513" y="0"/>
                      <a:pt x="1025" y="51"/>
                    </a:cubicBezTo>
                    <a:cubicBezTo>
                      <a:pt x="1538" y="90"/>
                      <a:pt x="1922" y="461"/>
                      <a:pt x="1897" y="859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accent2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Google Shape;839;p13"/>
              <p:cNvSpPr/>
              <p:nvPr/>
            </p:nvSpPr>
            <p:spPr>
              <a:xfrm>
                <a:off x="4746229" y="5909052"/>
                <a:ext cx="173600" cy="289345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8267" fill="none" extrusionOk="0">
                    <a:moveTo>
                      <a:pt x="1" y="4986"/>
                    </a:moveTo>
                    <a:lnTo>
                      <a:pt x="2064" y="1"/>
                    </a:lnTo>
                    <a:lnTo>
                      <a:pt x="4960" y="3243"/>
                    </a:lnTo>
                    <a:lnTo>
                      <a:pt x="3127" y="8266"/>
                    </a:lnTo>
                  </a:path>
                </a:pathLst>
              </a:custGeom>
              <a:noFill/>
              <a:ln w="28575" cap="rnd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Google Shape;840;p13"/>
              <p:cNvSpPr/>
              <p:nvPr/>
            </p:nvSpPr>
            <p:spPr>
              <a:xfrm>
                <a:off x="4803629" y="5945836"/>
                <a:ext cx="101395" cy="117110"/>
              </a:xfrm>
              <a:custGeom>
                <a:avLst/>
                <a:gdLst/>
                <a:ahLst/>
                <a:cxnLst/>
                <a:rect l="l" t="t" r="r" b="b"/>
                <a:pathLst>
                  <a:path w="2897" h="3346" fill="none" extrusionOk="0">
                    <a:moveTo>
                      <a:pt x="1" y="1"/>
                    </a:moveTo>
                    <a:lnTo>
                      <a:pt x="2897" y="3345"/>
                    </a:lnTo>
                  </a:path>
                </a:pathLst>
              </a:custGeom>
              <a:noFill/>
              <a:ln w="28575" cap="rnd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41" name="Google Shape;841;p13"/>
            <p:cNvGrpSpPr/>
            <p:nvPr/>
          </p:nvGrpSpPr>
          <p:grpSpPr>
            <a:xfrm rot="1281848">
              <a:off x="7659301" y="187760"/>
              <a:ext cx="705539" cy="512229"/>
              <a:chOff x="5913673" y="5891587"/>
              <a:chExt cx="705527" cy="512220"/>
            </a:xfrm>
          </p:grpSpPr>
          <p:sp>
            <p:nvSpPr>
              <p:cNvPr id="842" name="Google Shape;842;p13"/>
              <p:cNvSpPr/>
              <p:nvPr/>
            </p:nvSpPr>
            <p:spPr>
              <a:xfrm>
                <a:off x="6274728" y="6222122"/>
                <a:ext cx="203665" cy="161490"/>
              </a:xfrm>
              <a:custGeom>
                <a:avLst/>
                <a:gdLst/>
                <a:ahLst/>
                <a:cxnLst/>
                <a:rect l="l" t="t" r="r" b="b"/>
                <a:pathLst>
                  <a:path w="5819" h="4614" fill="none" extrusionOk="0">
                    <a:moveTo>
                      <a:pt x="5498" y="1833"/>
                    </a:moveTo>
                    <a:cubicBezTo>
                      <a:pt x="5818" y="3012"/>
                      <a:pt x="4793" y="4165"/>
                      <a:pt x="3307" y="4396"/>
                    </a:cubicBezTo>
                    <a:cubicBezTo>
                      <a:pt x="1897" y="4613"/>
                      <a:pt x="577" y="3934"/>
                      <a:pt x="295" y="2871"/>
                    </a:cubicBezTo>
                    <a:cubicBezTo>
                      <a:pt x="0" y="1807"/>
                      <a:pt x="833" y="692"/>
                      <a:pt x="2217" y="359"/>
                    </a:cubicBezTo>
                    <a:cubicBezTo>
                      <a:pt x="3678" y="0"/>
                      <a:pt x="5190" y="654"/>
                      <a:pt x="5498" y="1833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lt2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Google Shape;843;p13"/>
              <p:cNvSpPr/>
              <p:nvPr/>
            </p:nvSpPr>
            <p:spPr>
              <a:xfrm>
                <a:off x="6106100" y="5891587"/>
                <a:ext cx="513100" cy="440895"/>
              </a:xfrm>
              <a:custGeom>
                <a:avLst/>
                <a:gdLst/>
                <a:ahLst/>
                <a:cxnLst/>
                <a:rect l="l" t="t" r="r" b="b"/>
                <a:pathLst>
                  <a:path w="14660" h="12597" fill="none" extrusionOk="0">
                    <a:moveTo>
                      <a:pt x="0" y="12597"/>
                    </a:moveTo>
                    <a:lnTo>
                      <a:pt x="3985" y="1845"/>
                    </a:lnTo>
                    <a:lnTo>
                      <a:pt x="14660" y="0"/>
                    </a:lnTo>
                    <a:lnTo>
                      <a:pt x="10470" y="11674"/>
                    </a:lnTo>
                  </a:path>
                </a:pathLst>
              </a:custGeom>
              <a:noFill/>
              <a:ln w="28575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Google Shape;844;p13"/>
              <p:cNvSpPr/>
              <p:nvPr/>
            </p:nvSpPr>
            <p:spPr>
              <a:xfrm>
                <a:off x="5913673" y="6251172"/>
                <a:ext cx="203210" cy="146090"/>
              </a:xfrm>
              <a:custGeom>
                <a:avLst/>
                <a:gdLst/>
                <a:ahLst/>
                <a:cxnLst/>
                <a:rect l="l" t="t" r="r" b="b"/>
                <a:pathLst>
                  <a:path w="5806" h="4174" extrusionOk="0">
                    <a:moveTo>
                      <a:pt x="3007" y="1"/>
                    </a:moveTo>
                    <a:cubicBezTo>
                      <a:pt x="2747" y="1"/>
                      <a:pt x="2482" y="30"/>
                      <a:pt x="2218" y="93"/>
                    </a:cubicBezTo>
                    <a:cubicBezTo>
                      <a:pt x="834" y="426"/>
                      <a:pt x="1" y="1541"/>
                      <a:pt x="283" y="2605"/>
                    </a:cubicBezTo>
                    <a:cubicBezTo>
                      <a:pt x="539" y="3530"/>
                      <a:pt x="1571" y="4174"/>
                      <a:pt x="2764" y="4174"/>
                    </a:cubicBezTo>
                    <a:cubicBezTo>
                      <a:pt x="2942" y="4174"/>
                      <a:pt x="3124" y="4159"/>
                      <a:pt x="3307" y="4129"/>
                    </a:cubicBezTo>
                    <a:cubicBezTo>
                      <a:pt x="4793" y="3899"/>
                      <a:pt x="5806" y="2746"/>
                      <a:pt x="5498" y="1579"/>
                    </a:cubicBezTo>
                    <a:cubicBezTo>
                      <a:pt x="5236" y="614"/>
                      <a:pt x="4182" y="1"/>
                      <a:pt x="300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Google Shape;845;p13"/>
              <p:cNvSpPr/>
              <p:nvPr/>
            </p:nvSpPr>
            <p:spPr>
              <a:xfrm>
                <a:off x="5913673" y="6242282"/>
                <a:ext cx="203210" cy="161525"/>
              </a:xfrm>
              <a:custGeom>
                <a:avLst/>
                <a:gdLst/>
                <a:ahLst/>
                <a:cxnLst/>
                <a:rect l="l" t="t" r="r" b="b"/>
                <a:pathLst>
                  <a:path w="5806" h="4615" fill="none" extrusionOk="0">
                    <a:moveTo>
                      <a:pt x="5498" y="1833"/>
                    </a:moveTo>
                    <a:cubicBezTo>
                      <a:pt x="5806" y="3000"/>
                      <a:pt x="4793" y="4153"/>
                      <a:pt x="3307" y="4383"/>
                    </a:cubicBezTo>
                    <a:cubicBezTo>
                      <a:pt x="1897" y="4614"/>
                      <a:pt x="577" y="3922"/>
                      <a:pt x="283" y="2859"/>
                    </a:cubicBezTo>
                    <a:cubicBezTo>
                      <a:pt x="1" y="1795"/>
                      <a:pt x="834" y="680"/>
                      <a:pt x="2218" y="347"/>
                    </a:cubicBezTo>
                    <a:cubicBezTo>
                      <a:pt x="3679" y="1"/>
                      <a:pt x="5178" y="654"/>
                      <a:pt x="5498" y="1833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lt2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" name="Google Shape;846;p13"/>
              <p:cNvSpPr/>
              <p:nvPr/>
            </p:nvSpPr>
            <p:spPr>
              <a:xfrm>
                <a:off x="6213269" y="5990251"/>
                <a:ext cx="370510" cy="53410"/>
              </a:xfrm>
              <a:custGeom>
                <a:avLst/>
                <a:gdLst/>
                <a:ahLst/>
                <a:cxnLst/>
                <a:rect l="l" t="t" r="r" b="b"/>
                <a:pathLst>
                  <a:path w="10586" h="1526" fill="none" extrusionOk="0">
                    <a:moveTo>
                      <a:pt x="1" y="1525"/>
                    </a:moveTo>
                    <a:lnTo>
                      <a:pt x="10586" y="0"/>
                    </a:lnTo>
                  </a:path>
                </a:pathLst>
              </a:custGeom>
              <a:noFill/>
              <a:ln w="28575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Google Shape;847;p13"/>
              <p:cNvSpPr/>
              <p:nvPr/>
            </p:nvSpPr>
            <p:spPr>
              <a:xfrm>
                <a:off x="6274728" y="6231222"/>
                <a:ext cx="203665" cy="146195"/>
              </a:xfrm>
              <a:custGeom>
                <a:avLst/>
                <a:gdLst/>
                <a:ahLst/>
                <a:cxnLst/>
                <a:rect l="l" t="t" r="r" b="b"/>
                <a:pathLst>
                  <a:path w="5819" h="4177" extrusionOk="0">
                    <a:moveTo>
                      <a:pt x="3028" y="1"/>
                    </a:moveTo>
                    <a:cubicBezTo>
                      <a:pt x="2761" y="1"/>
                      <a:pt x="2488" y="33"/>
                      <a:pt x="2217" y="99"/>
                    </a:cubicBezTo>
                    <a:cubicBezTo>
                      <a:pt x="833" y="432"/>
                      <a:pt x="0" y="1547"/>
                      <a:pt x="295" y="2611"/>
                    </a:cubicBezTo>
                    <a:cubicBezTo>
                      <a:pt x="542" y="3540"/>
                      <a:pt x="1581" y="4176"/>
                      <a:pt x="2780" y="4176"/>
                    </a:cubicBezTo>
                    <a:cubicBezTo>
                      <a:pt x="2953" y="4176"/>
                      <a:pt x="3129" y="4163"/>
                      <a:pt x="3307" y="4136"/>
                    </a:cubicBezTo>
                    <a:cubicBezTo>
                      <a:pt x="4793" y="3905"/>
                      <a:pt x="5818" y="2752"/>
                      <a:pt x="5498" y="1573"/>
                    </a:cubicBezTo>
                    <a:cubicBezTo>
                      <a:pt x="5247" y="613"/>
                      <a:pt x="4198" y="1"/>
                      <a:pt x="302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848" name="Google Shape;848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849" name="Google Shape;849;p13"/>
          <p:cNvSpPr txBox="1">
            <a:spLocks noGrp="1"/>
          </p:cNvSpPr>
          <p:nvPr>
            <p:ph type="title" idx="2"/>
          </p:nvPr>
        </p:nvSpPr>
        <p:spPr>
          <a:xfrm>
            <a:off x="2056701" y="1694123"/>
            <a:ext cx="24600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850" name="Google Shape;850;p13"/>
          <p:cNvSpPr txBox="1">
            <a:spLocks noGrp="1"/>
          </p:cNvSpPr>
          <p:nvPr>
            <p:ph type="subTitle" idx="1"/>
          </p:nvPr>
        </p:nvSpPr>
        <p:spPr>
          <a:xfrm>
            <a:off x="2056688" y="2140777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1" name="Google Shape;851;p13"/>
          <p:cNvSpPr txBox="1">
            <a:spLocks noGrp="1"/>
          </p:cNvSpPr>
          <p:nvPr>
            <p:ph type="title" idx="3"/>
          </p:nvPr>
        </p:nvSpPr>
        <p:spPr>
          <a:xfrm>
            <a:off x="5635100" y="1694123"/>
            <a:ext cx="24600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852" name="Google Shape;852;p13"/>
          <p:cNvSpPr txBox="1">
            <a:spLocks noGrp="1"/>
          </p:cNvSpPr>
          <p:nvPr>
            <p:ph type="subTitle" idx="4"/>
          </p:nvPr>
        </p:nvSpPr>
        <p:spPr>
          <a:xfrm>
            <a:off x="5635107" y="2140777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3" name="Google Shape;853;p13"/>
          <p:cNvSpPr txBox="1">
            <a:spLocks noGrp="1"/>
          </p:cNvSpPr>
          <p:nvPr>
            <p:ph type="title" idx="5"/>
          </p:nvPr>
        </p:nvSpPr>
        <p:spPr>
          <a:xfrm>
            <a:off x="2056701" y="3127523"/>
            <a:ext cx="24600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854" name="Google Shape;854;p13"/>
          <p:cNvSpPr txBox="1">
            <a:spLocks noGrp="1"/>
          </p:cNvSpPr>
          <p:nvPr>
            <p:ph type="subTitle" idx="6"/>
          </p:nvPr>
        </p:nvSpPr>
        <p:spPr>
          <a:xfrm>
            <a:off x="2056688" y="3574177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5" name="Google Shape;855;p13"/>
          <p:cNvSpPr txBox="1">
            <a:spLocks noGrp="1"/>
          </p:cNvSpPr>
          <p:nvPr>
            <p:ph type="title" idx="7"/>
          </p:nvPr>
        </p:nvSpPr>
        <p:spPr>
          <a:xfrm>
            <a:off x="5635100" y="3127523"/>
            <a:ext cx="24600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856" name="Google Shape;856;p13"/>
          <p:cNvSpPr txBox="1">
            <a:spLocks noGrp="1"/>
          </p:cNvSpPr>
          <p:nvPr>
            <p:ph type="subTitle" idx="8"/>
          </p:nvPr>
        </p:nvSpPr>
        <p:spPr>
          <a:xfrm>
            <a:off x="5635107" y="3574177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7" name="Google Shape;857;p13"/>
          <p:cNvSpPr txBox="1">
            <a:spLocks noGrp="1"/>
          </p:cNvSpPr>
          <p:nvPr>
            <p:ph type="title" idx="9" hasCustomPrompt="1"/>
          </p:nvPr>
        </p:nvSpPr>
        <p:spPr>
          <a:xfrm>
            <a:off x="1048900" y="1694123"/>
            <a:ext cx="1007700" cy="76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r>
              <a:t>xx%</a:t>
            </a:r>
          </a:p>
        </p:txBody>
      </p:sp>
      <p:sp>
        <p:nvSpPr>
          <p:cNvPr id="858" name="Google Shape;858;p13"/>
          <p:cNvSpPr txBox="1">
            <a:spLocks noGrp="1"/>
          </p:cNvSpPr>
          <p:nvPr>
            <p:ph type="title" idx="13" hasCustomPrompt="1"/>
          </p:nvPr>
        </p:nvSpPr>
        <p:spPr>
          <a:xfrm>
            <a:off x="1048900" y="3127523"/>
            <a:ext cx="1007700" cy="76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r>
              <a:t>xx%</a:t>
            </a:r>
          </a:p>
        </p:txBody>
      </p:sp>
      <p:sp>
        <p:nvSpPr>
          <p:cNvPr id="859" name="Google Shape;859;p13"/>
          <p:cNvSpPr txBox="1">
            <a:spLocks noGrp="1"/>
          </p:cNvSpPr>
          <p:nvPr>
            <p:ph type="title" idx="14" hasCustomPrompt="1"/>
          </p:nvPr>
        </p:nvSpPr>
        <p:spPr>
          <a:xfrm>
            <a:off x="4627400" y="1694123"/>
            <a:ext cx="1007700" cy="76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r>
              <a:t>xx%</a:t>
            </a:r>
          </a:p>
        </p:txBody>
      </p:sp>
      <p:sp>
        <p:nvSpPr>
          <p:cNvPr id="860" name="Google Shape;860;p13"/>
          <p:cNvSpPr txBox="1">
            <a:spLocks noGrp="1"/>
          </p:cNvSpPr>
          <p:nvPr>
            <p:ph type="title" idx="15" hasCustomPrompt="1"/>
          </p:nvPr>
        </p:nvSpPr>
        <p:spPr>
          <a:xfrm>
            <a:off x="4627400" y="3133788"/>
            <a:ext cx="1007700" cy="76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1">
    <p:spTree>
      <p:nvGrpSpPr>
        <p:cNvPr id="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p14"/>
          <p:cNvSpPr/>
          <p:nvPr/>
        </p:nvSpPr>
        <p:spPr>
          <a:xfrm rot="10800000" flipH="1">
            <a:off x="0" y="-1381148"/>
            <a:ext cx="9637073" cy="7631198"/>
          </a:xfrm>
          <a:custGeom>
            <a:avLst/>
            <a:gdLst/>
            <a:ahLst/>
            <a:cxnLst/>
            <a:rect l="l" t="t" r="r" b="b"/>
            <a:pathLst>
              <a:path w="197057" h="142526" extrusionOk="0">
                <a:moveTo>
                  <a:pt x="178150" y="100975"/>
                </a:moveTo>
                <a:cubicBezTo>
                  <a:pt x="175293" y="92768"/>
                  <a:pt x="176083" y="83740"/>
                  <a:pt x="177572" y="75199"/>
                </a:cubicBezTo>
                <a:cubicBezTo>
                  <a:pt x="179092" y="66628"/>
                  <a:pt x="181311" y="58087"/>
                  <a:pt x="181189" y="49393"/>
                </a:cubicBezTo>
                <a:cubicBezTo>
                  <a:pt x="181007" y="35199"/>
                  <a:pt x="174198" y="21186"/>
                  <a:pt x="163074" y="12341"/>
                </a:cubicBezTo>
                <a:cubicBezTo>
                  <a:pt x="151949" y="3496"/>
                  <a:pt x="136751" y="1"/>
                  <a:pt x="122891" y="3223"/>
                </a:cubicBezTo>
                <a:cubicBezTo>
                  <a:pt x="114167" y="5259"/>
                  <a:pt x="105930" y="9818"/>
                  <a:pt x="96963" y="10183"/>
                </a:cubicBezTo>
                <a:cubicBezTo>
                  <a:pt x="87723" y="10578"/>
                  <a:pt x="78969" y="6505"/>
                  <a:pt x="69911" y="4834"/>
                </a:cubicBezTo>
                <a:cubicBezTo>
                  <a:pt x="48360" y="882"/>
                  <a:pt x="25260" y="11703"/>
                  <a:pt x="13223" y="30001"/>
                </a:cubicBezTo>
                <a:cubicBezTo>
                  <a:pt x="1156" y="48299"/>
                  <a:pt x="1" y="72828"/>
                  <a:pt x="8846" y="92859"/>
                </a:cubicBezTo>
                <a:cubicBezTo>
                  <a:pt x="17661" y="112920"/>
                  <a:pt x="35746" y="128300"/>
                  <a:pt x="56446" y="135413"/>
                </a:cubicBezTo>
                <a:cubicBezTo>
                  <a:pt x="77175" y="142526"/>
                  <a:pt x="100215" y="141705"/>
                  <a:pt x="121006" y="134775"/>
                </a:cubicBezTo>
                <a:cubicBezTo>
                  <a:pt x="131189" y="131370"/>
                  <a:pt x="140885" y="126568"/>
                  <a:pt x="151219" y="123650"/>
                </a:cubicBezTo>
                <a:cubicBezTo>
                  <a:pt x="161554" y="120732"/>
                  <a:pt x="172952" y="119790"/>
                  <a:pt x="182800" y="124136"/>
                </a:cubicBezTo>
                <a:lnTo>
                  <a:pt x="197056" y="116628"/>
                </a:lnTo>
                <a:cubicBezTo>
                  <a:pt x="188363" y="116385"/>
                  <a:pt x="181007" y="109212"/>
                  <a:pt x="178150" y="100975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63" name="Google Shape;863;p14"/>
          <p:cNvGrpSpPr/>
          <p:nvPr/>
        </p:nvGrpSpPr>
        <p:grpSpPr>
          <a:xfrm rot="-2182599">
            <a:off x="3874267" y="2766992"/>
            <a:ext cx="9878826" cy="3124162"/>
            <a:chOff x="-1441184" y="3615617"/>
            <a:chExt cx="11189918" cy="3538793"/>
          </a:xfrm>
        </p:grpSpPr>
        <p:grpSp>
          <p:nvGrpSpPr>
            <p:cNvPr id="864" name="Google Shape;864;p14"/>
            <p:cNvGrpSpPr/>
            <p:nvPr/>
          </p:nvGrpSpPr>
          <p:grpSpPr>
            <a:xfrm>
              <a:off x="-1441184" y="3615617"/>
              <a:ext cx="11189918" cy="3538793"/>
              <a:chOff x="-2247300" y="3512811"/>
              <a:chExt cx="12801645" cy="4048499"/>
            </a:xfrm>
          </p:grpSpPr>
          <p:sp>
            <p:nvSpPr>
              <p:cNvPr id="865" name="Google Shape;865;p14"/>
              <p:cNvSpPr/>
              <p:nvPr/>
            </p:nvSpPr>
            <p:spPr>
              <a:xfrm>
                <a:off x="-2247300" y="3512811"/>
                <a:ext cx="12801645" cy="1688725"/>
              </a:xfrm>
              <a:custGeom>
                <a:avLst/>
                <a:gdLst/>
                <a:ahLst/>
                <a:cxnLst/>
                <a:rect l="l" t="t" r="r" b="b"/>
                <a:pathLst>
                  <a:path w="197984" h="26117" fill="none" extrusionOk="0">
                    <a:moveTo>
                      <a:pt x="197984" y="26116"/>
                    </a:moveTo>
                    <a:cubicBezTo>
                      <a:pt x="177481" y="6472"/>
                      <a:pt x="154299" y="4549"/>
                      <a:pt x="142100" y="5959"/>
                    </a:cubicBezTo>
                    <a:cubicBezTo>
                      <a:pt x="119995" y="8522"/>
                      <a:pt x="114190" y="21567"/>
                      <a:pt x="96672" y="22490"/>
                    </a:cubicBezTo>
                    <a:cubicBezTo>
                      <a:pt x="79155" y="23412"/>
                      <a:pt x="64547" y="0"/>
                      <a:pt x="30409" y="4383"/>
                    </a:cubicBezTo>
                    <a:cubicBezTo>
                      <a:pt x="21669" y="5511"/>
                      <a:pt x="4049" y="8176"/>
                      <a:pt x="0" y="1987"/>
                    </a:cubicBezTo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" name="Google Shape;866;p14"/>
              <p:cNvSpPr/>
              <p:nvPr/>
            </p:nvSpPr>
            <p:spPr>
              <a:xfrm>
                <a:off x="-2244002" y="3666057"/>
                <a:ext cx="12672390" cy="1858587"/>
              </a:xfrm>
              <a:custGeom>
                <a:avLst/>
                <a:gdLst/>
                <a:ahLst/>
                <a:cxnLst/>
                <a:rect l="l" t="t" r="r" b="b"/>
                <a:pathLst>
                  <a:path w="195985" h="28744" fill="none" extrusionOk="0">
                    <a:moveTo>
                      <a:pt x="195985" y="28744"/>
                    </a:moveTo>
                    <a:cubicBezTo>
                      <a:pt x="176725" y="8843"/>
                      <a:pt x="155914" y="4922"/>
                      <a:pt x="142907" y="6767"/>
                    </a:cubicBezTo>
                    <a:cubicBezTo>
                      <a:pt x="121648" y="9778"/>
                      <a:pt x="111051" y="27885"/>
                      <a:pt x="89599" y="23413"/>
                    </a:cubicBezTo>
                    <a:cubicBezTo>
                      <a:pt x="73286" y="20017"/>
                      <a:pt x="57601" y="1"/>
                      <a:pt x="29281" y="3576"/>
                    </a:cubicBezTo>
                    <a:cubicBezTo>
                      <a:pt x="20529" y="4665"/>
                      <a:pt x="4216" y="8984"/>
                      <a:pt x="0" y="4050"/>
                    </a:cubicBezTo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" name="Google Shape;867;p14"/>
              <p:cNvSpPr/>
              <p:nvPr/>
            </p:nvSpPr>
            <p:spPr>
              <a:xfrm>
                <a:off x="-2240705" y="3822665"/>
                <a:ext cx="12542359" cy="2283662"/>
              </a:xfrm>
              <a:custGeom>
                <a:avLst/>
                <a:gdLst/>
                <a:ahLst/>
                <a:cxnLst/>
                <a:rect l="l" t="t" r="r" b="b"/>
                <a:pathLst>
                  <a:path w="193974" h="35318" fill="none" extrusionOk="0">
                    <a:moveTo>
                      <a:pt x="193973" y="31319"/>
                    </a:moveTo>
                    <a:cubicBezTo>
                      <a:pt x="175969" y="11162"/>
                      <a:pt x="157516" y="5204"/>
                      <a:pt x="143715" y="7510"/>
                    </a:cubicBezTo>
                    <a:cubicBezTo>
                      <a:pt x="123289" y="10919"/>
                      <a:pt x="108065" y="35317"/>
                      <a:pt x="82526" y="24297"/>
                    </a:cubicBezTo>
                    <a:cubicBezTo>
                      <a:pt x="67482" y="17800"/>
                      <a:pt x="50656" y="1"/>
                      <a:pt x="28167" y="2718"/>
                    </a:cubicBezTo>
                    <a:cubicBezTo>
                      <a:pt x="19389" y="3781"/>
                      <a:pt x="4383" y="9740"/>
                      <a:pt x="1" y="6062"/>
                    </a:cubicBezTo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" name="Google Shape;868;p14"/>
              <p:cNvSpPr/>
              <p:nvPr/>
            </p:nvSpPr>
            <p:spPr>
              <a:xfrm>
                <a:off x="-2237407" y="3974295"/>
                <a:ext cx="12413103" cy="2837151"/>
              </a:xfrm>
              <a:custGeom>
                <a:avLst/>
                <a:gdLst/>
                <a:ahLst/>
                <a:cxnLst/>
                <a:rect l="l" t="t" r="r" b="b"/>
                <a:pathLst>
                  <a:path w="191975" h="43878" fill="none" extrusionOk="0">
                    <a:moveTo>
                      <a:pt x="191974" y="33959"/>
                    </a:moveTo>
                    <a:cubicBezTo>
                      <a:pt x="175213" y="13559"/>
                      <a:pt x="159118" y="5537"/>
                      <a:pt x="144522" y="8343"/>
                    </a:cubicBezTo>
                    <a:cubicBezTo>
                      <a:pt x="124916" y="12085"/>
                      <a:pt x="104477" y="43877"/>
                      <a:pt x="75452" y="25245"/>
                    </a:cubicBezTo>
                    <a:cubicBezTo>
                      <a:pt x="61344" y="16198"/>
                      <a:pt x="43711" y="1"/>
                      <a:pt x="27039" y="1936"/>
                    </a:cubicBezTo>
                    <a:cubicBezTo>
                      <a:pt x="18236" y="2961"/>
                      <a:pt x="4537" y="10573"/>
                      <a:pt x="1" y="8151"/>
                    </a:cubicBezTo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" name="Google Shape;869;p14"/>
              <p:cNvSpPr/>
              <p:nvPr/>
            </p:nvSpPr>
            <p:spPr>
              <a:xfrm>
                <a:off x="-2234045" y="4125148"/>
                <a:ext cx="12283784" cy="3436162"/>
              </a:xfrm>
              <a:custGeom>
                <a:avLst/>
                <a:gdLst/>
                <a:ahLst/>
                <a:cxnLst/>
                <a:rect l="l" t="t" r="r" b="b"/>
                <a:pathLst>
                  <a:path w="189975" h="53142" fill="none" extrusionOk="0">
                    <a:moveTo>
                      <a:pt x="189975" y="36624"/>
                    </a:moveTo>
                    <a:cubicBezTo>
                      <a:pt x="174456" y="15980"/>
                      <a:pt x="160719" y="5856"/>
                      <a:pt x="145329" y="9175"/>
                    </a:cubicBezTo>
                    <a:cubicBezTo>
                      <a:pt x="126543" y="13237"/>
                      <a:pt x="100030" y="53141"/>
                      <a:pt x="68378" y="26218"/>
                    </a:cubicBezTo>
                    <a:cubicBezTo>
                      <a:pt x="54872" y="14737"/>
                      <a:pt x="36752" y="0"/>
                      <a:pt x="25924" y="1166"/>
                    </a:cubicBezTo>
                    <a:cubicBezTo>
                      <a:pt x="17095" y="2127"/>
                      <a:pt x="4703" y="11418"/>
                      <a:pt x="0" y="10239"/>
                    </a:cubicBezTo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70" name="Google Shape;870;p14"/>
            <p:cNvGrpSpPr/>
            <p:nvPr/>
          </p:nvGrpSpPr>
          <p:grpSpPr>
            <a:xfrm>
              <a:off x="662829" y="4750538"/>
              <a:ext cx="344770" cy="520773"/>
              <a:chOff x="159762" y="4811199"/>
              <a:chExt cx="394428" cy="595782"/>
            </a:xfrm>
          </p:grpSpPr>
          <p:sp>
            <p:nvSpPr>
              <p:cNvPr id="871" name="Google Shape;871;p14"/>
              <p:cNvSpPr/>
              <p:nvPr/>
            </p:nvSpPr>
            <p:spPr>
              <a:xfrm>
                <a:off x="344498" y="5198129"/>
                <a:ext cx="209692" cy="194239"/>
              </a:xfrm>
              <a:custGeom>
                <a:avLst/>
                <a:gdLst/>
                <a:ahLst/>
                <a:cxnLst/>
                <a:rect l="l" t="t" r="r" b="b"/>
                <a:pathLst>
                  <a:path w="3243" h="3004" extrusionOk="0">
                    <a:moveTo>
                      <a:pt x="1963" y="0"/>
                    </a:moveTo>
                    <a:cubicBezTo>
                      <a:pt x="1465" y="0"/>
                      <a:pt x="917" y="284"/>
                      <a:pt x="552" y="795"/>
                    </a:cubicBezTo>
                    <a:cubicBezTo>
                      <a:pt x="1" y="1551"/>
                      <a:pt x="65" y="2487"/>
                      <a:pt x="718" y="2858"/>
                    </a:cubicBezTo>
                    <a:cubicBezTo>
                      <a:pt x="892" y="2957"/>
                      <a:pt x="1085" y="3003"/>
                      <a:pt x="1284" y="3003"/>
                    </a:cubicBezTo>
                    <a:cubicBezTo>
                      <a:pt x="1836" y="3003"/>
                      <a:pt x="2436" y="2648"/>
                      <a:pt x="2794" y="2064"/>
                    </a:cubicBezTo>
                    <a:cubicBezTo>
                      <a:pt x="3243" y="1321"/>
                      <a:pt x="3115" y="475"/>
                      <a:pt x="2525" y="142"/>
                    </a:cubicBezTo>
                    <a:cubicBezTo>
                      <a:pt x="2356" y="46"/>
                      <a:pt x="2163" y="0"/>
                      <a:pt x="196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Google Shape;872;p14"/>
              <p:cNvSpPr/>
              <p:nvPr/>
            </p:nvSpPr>
            <p:spPr>
              <a:xfrm>
                <a:off x="344498" y="5185714"/>
                <a:ext cx="209692" cy="221267"/>
              </a:xfrm>
              <a:custGeom>
                <a:avLst/>
                <a:gdLst/>
                <a:ahLst/>
                <a:cxnLst/>
                <a:rect l="l" t="t" r="r" b="b"/>
                <a:pathLst>
                  <a:path w="3243" h="3422" fill="none" extrusionOk="0">
                    <a:moveTo>
                      <a:pt x="718" y="3050"/>
                    </a:moveTo>
                    <a:cubicBezTo>
                      <a:pt x="65" y="2679"/>
                      <a:pt x="1" y="1743"/>
                      <a:pt x="552" y="987"/>
                    </a:cubicBezTo>
                    <a:cubicBezTo>
                      <a:pt x="1064" y="270"/>
                      <a:pt x="1936" y="1"/>
                      <a:pt x="2525" y="334"/>
                    </a:cubicBezTo>
                    <a:cubicBezTo>
                      <a:pt x="3115" y="667"/>
                      <a:pt x="3243" y="1513"/>
                      <a:pt x="2794" y="2256"/>
                    </a:cubicBezTo>
                    <a:cubicBezTo>
                      <a:pt x="2307" y="3050"/>
                      <a:pt x="1372" y="3422"/>
                      <a:pt x="718" y="3050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Google Shape;873;p14"/>
              <p:cNvSpPr/>
              <p:nvPr/>
            </p:nvSpPr>
            <p:spPr>
              <a:xfrm>
                <a:off x="159762" y="4811199"/>
                <a:ext cx="362937" cy="406905"/>
              </a:xfrm>
              <a:custGeom>
                <a:avLst/>
                <a:gdLst/>
                <a:ahLst/>
                <a:cxnLst/>
                <a:rect l="l" t="t" r="r" b="b"/>
                <a:pathLst>
                  <a:path w="5613" h="6293" extrusionOk="0">
                    <a:moveTo>
                      <a:pt x="5613" y="6292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Google Shape;874;p14"/>
              <p:cNvSpPr/>
              <p:nvPr/>
            </p:nvSpPr>
            <p:spPr>
              <a:xfrm>
                <a:off x="159762" y="4811199"/>
                <a:ext cx="362937" cy="406905"/>
              </a:xfrm>
              <a:custGeom>
                <a:avLst/>
                <a:gdLst/>
                <a:ahLst/>
                <a:cxnLst/>
                <a:rect l="l" t="t" r="r" b="b"/>
                <a:pathLst>
                  <a:path w="5613" h="6293" fill="none" extrusionOk="0">
                    <a:moveTo>
                      <a:pt x="5613" y="6292"/>
                    </a:moveTo>
                    <a:lnTo>
                      <a:pt x="0" y="0"/>
                    </a:lnTo>
                  </a:path>
                </a:pathLst>
              </a:custGeom>
              <a:noFill/>
              <a:ln w="2857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75" name="Google Shape;875;p14"/>
            <p:cNvSpPr/>
            <p:nvPr/>
          </p:nvSpPr>
          <p:spPr>
            <a:xfrm>
              <a:off x="4962505" y="4709666"/>
              <a:ext cx="405608" cy="447655"/>
            </a:xfrm>
            <a:custGeom>
              <a:avLst/>
              <a:gdLst/>
              <a:ahLst/>
              <a:cxnLst/>
              <a:rect l="l" t="t" r="r" b="b"/>
              <a:pathLst>
                <a:path w="7177" h="7921" fill="none" extrusionOk="0">
                  <a:moveTo>
                    <a:pt x="2000" y="4294"/>
                  </a:moveTo>
                  <a:cubicBezTo>
                    <a:pt x="3255" y="3986"/>
                    <a:pt x="2051" y="1039"/>
                    <a:pt x="936" y="2102"/>
                  </a:cubicBezTo>
                  <a:cubicBezTo>
                    <a:pt x="1" y="3012"/>
                    <a:pt x="821" y="6152"/>
                    <a:pt x="2474" y="5229"/>
                  </a:cubicBezTo>
                  <a:cubicBezTo>
                    <a:pt x="3871" y="4447"/>
                    <a:pt x="4037" y="1923"/>
                    <a:pt x="4063" y="1"/>
                  </a:cubicBezTo>
                  <a:cubicBezTo>
                    <a:pt x="5331" y="4486"/>
                    <a:pt x="7177" y="7920"/>
                    <a:pt x="7177" y="7920"/>
                  </a:cubicBezTo>
                </a:path>
              </a:pathLst>
            </a:custGeom>
            <a:noFill/>
            <a:ln w="28575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76" name="Google Shape;876;p14"/>
            <p:cNvGrpSpPr/>
            <p:nvPr/>
          </p:nvGrpSpPr>
          <p:grpSpPr>
            <a:xfrm>
              <a:off x="4997573" y="3858851"/>
              <a:ext cx="451309" cy="496187"/>
              <a:chOff x="5118856" y="3486300"/>
              <a:chExt cx="516312" cy="567655"/>
            </a:xfrm>
          </p:grpSpPr>
          <p:sp>
            <p:nvSpPr>
              <p:cNvPr id="877" name="Google Shape;877;p14"/>
              <p:cNvSpPr/>
              <p:nvPr/>
            </p:nvSpPr>
            <p:spPr>
              <a:xfrm>
                <a:off x="5118856" y="3904138"/>
                <a:ext cx="198959" cy="143222"/>
              </a:xfrm>
              <a:custGeom>
                <a:avLst/>
                <a:gdLst/>
                <a:ahLst/>
                <a:cxnLst/>
                <a:rect l="l" t="t" r="r" b="b"/>
                <a:pathLst>
                  <a:path w="3077" h="2215" extrusionOk="0">
                    <a:moveTo>
                      <a:pt x="1613" y="0"/>
                    </a:moveTo>
                    <a:cubicBezTo>
                      <a:pt x="1463" y="0"/>
                      <a:pt x="1308" y="20"/>
                      <a:pt x="1154" y="61"/>
                    </a:cubicBezTo>
                    <a:cubicBezTo>
                      <a:pt x="424" y="253"/>
                      <a:pt x="1" y="855"/>
                      <a:pt x="154" y="1406"/>
                    </a:cubicBezTo>
                    <a:cubicBezTo>
                      <a:pt x="298" y="1891"/>
                      <a:pt x="838" y="2215"/>
                      <a:pt x="1460" y="2215"/>
                    </a:cubicBezTo>
                    <a:cubicBezTo>
                      <a:pt x="1561" y="2215"/>
                      <a:pt x="1665" y="2206"/>
                      <a:pt x="1769" y="2188"/>
                    </a:cubicBezTo>
                    <a:cubicBezTo>
                      <a:pt x="2551" y="2047"/>
                      <a:pt x="3076" y="1419"/>
                      <a:pt x="2897" y="804"/>
                    </a:cubicBezTo>
                    <a:cubicBezTo>
                      <a:pt x="2753" y="312"/>
                      <a:pt x="2216" y="0"/>
                      <a:pt x="161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Google Shape;878;p14"/>
              <p:cNvSpPr/>
              <p:nvPr/>
            </p:nvSpPr>
            <p:spPr>
              <a:xfrm>
                <a:off x="5118856" y="3894762"/>
                <a:ext cx="198959" cy="159193"/>
              </a:xfrm>
              <a:custGeom>
                <a:avLst/>
                <a:gdLst/>
                <a:ahLst/>
                <a:cxnLst/>
                <a:rect l="l" t="t" r="r" b="b"/>
                <a:pathLst>
                  <a:path w="3077" h="2462" fill="none" extrusionOk="0">
                    <a:moveTo>
                      <a:pt x="2897" y="949"/>
                    </a:moveTo>
                    <a:cubicBezTo>
                      <a:pt x="3076" y="1564"/>
                      <a:pt x="2551" y="2192"/>
                      <a:pt x="1769" y="2333"/>
                    </a:cubicBezTo>
                    <a:cubicBezTo>
                      <a:pt x="1026" y="2461"/>
                      <a:pt x="321" y="2115"/>
                      <a:pt x="154" y="1551"/>
                    </a:cubicBezTo>
                    <a:cubicBezTo>
                      <a:pt x="1" y="1000"/>
                      <a:pt x="424" y="398"/>
                      <a:pt x="1154" y="206"/>
                    </a:cubicBezTo>
                    <a:cubicBezTo>
                      <a:pt x="1923" y="1"/>
                      <a:pt x="2717" y="334"/>
                      <a:pt x="2897" y="949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dk2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Google Shape;879;p14"/>
              <p:cNvSpPr/>
              <p:nvPr/>
            </p:nvSpPr>
            <p:spPr>
              <a:xfrm>
                <a:off x="5306114" y="3486300"/>
                <a:ext cx="329055" cy="550192"/>
              </a:xfrm>
              <a:custGeom>
                <a:avLst/>
                <a:gdLst/>
                <a:ahLst/>
                <a:cxnLst/>
                <a:rect l="l" t="t" r="r" b="b"/>
                <a:pathLst>
                  <a:path w="5089" h="8509" fill="none" extrusionOk="0">
                    <a:moveTo>
                      <a:pt x="1" y="7740"/>
                    </a:moveTo>
                    <a:lnTo>
                      <a:pt x="3704" y="0"/>
                    </a:lnTo>
                    <a:cubicBezTo>
                      <a:pt x="3704" y="0"/>
                      <a:pt x="5088" y="8509"/>
                      <a:pt x="2295" y="5895"/>
                    </a:cubicBezTo>
                  </a:path>
                </a:pathLst>
              </a:custGeom>
              <a:noFill/>
              <a:ln w="2857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80" name="Google Shape;880;p14"/>
            <p:cNvGrpSpPr/>
            <p:nvPr/>
          </p:nvGrpSpPr>
          <p:grpSpPr>
            <a:xfrm>
              <a:off x="5686382" y="4111749"/>
              <a:ext cx="499065" cy="935063"/>
              <a:chOff x="5906877" y="4080403"/>
              <a:chExt cx="570948" cy="1069743"/>
            </a:xfrm>
          </p:grpSpPr>
          <p:sp>
            <p:nvSpPr>
              <p:cNvPr id="881" name="Google Shape;881;p14"/>
              <p:cNvSpPr/>
              <p:nvPr/>
            </p:nvSpPr>
            <p:spPr>
              <a:xfrm>
                <a:off x="5941665" y="4813591"/>
                <a:ext cx="280948" cy="315218"/>
              </a:xfrm>
              <a:custGeom>
                <a:avLst/>
                <a:gdLst/>
                <a:ahLst/>
                <a:cxnLst/>
                <a:rect l="l" t="t" r="r" b="b"/>
                <a:pathLst>
                  <a:path w="4345" h="4875" extrusionOk="0">
                    <a:moveTo>
                      <a:pt x="2528" y="1"/>
                    </a:moveTo>
                    <a:cubicBezTo>
                      <a:pt x="1809" y="1"/>
                      <a:pt x="1046" y="548"/>
                      <a:pt x="603" y="1463"/>
                    </a:cubicBezTo>
                    <a:cubicBezTo>
                      <a:pt x="0" y="2680"/>
                      <a:pt x="218" y="4102"/>
                      <a:pt x="1064" y="4654"/>
                    </a:cubicBezTo>
                    <a:cubicBezTo>
                      <a:pt x="1294" y="4803"/>
                      <a:pt x="1549" y="4874"/>
                      <a:pt x="1811" y="4874"/>
                    </a:cubicBezTo>
                    <a:cubicBezTo>
                      <a:pt x="2514" y="4874"/>
                      <a:pt x="3269" y="4361"/>
                      <a:pt x="3717" y="3475"/>
                    </a:cubicBezTo>
                    <a:cubicBezTo>
                      <a:pt x="4345" y="2232"/>
                      <a:pt x="4152" y="771"/>
                      <a:pt x="3268" y="220"/>
                    </a:cubicBezTo>
                    <a:cubicBezTo>
                      <a:pt x="3038" y="71"/>
                      <a:pt x="2786" y="1"/>
                      <a:pt x="252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Google Shape;882;p14"/>
              <p:cNvSpPr/>
              <p:nvPr/>
            </p:nvSpPr>
            <p:spPr>
              <a:xfrm>
                <a:off x="5941665" y="4791283"/>
                <a:ext cx="280948" cy="358863"/>
              </a:xfrm>
              <a:custGeom>
                <a:avLst/>
                <a:gdLst/>
                <a:ahLst/>
                <a:cxnLst/>
                <a:rect l="l" t="t" r="r" b="b"/>
                <a:pathLst>
                  <a:path w="4345" h="5550" fill="none" extrusionOk="0">
                    <a:moveTo>
                      <a:pt x="3268" y="565"/>
                    </a:moveTo>
                    <a:cubicBezTo>
                      <a:pt x="4152" y="1116"/>
                      <a:pt x="4345" y="2577"/>
                      <a:pt x="3717" y="3820"/>
                    </a:cubicBezTo>
                    <a:cubicBezTo>
                      <a:pt x="3102" y="5037"/>
                      <a:pt x="1910" y="5550"/>
                      <a:pt x="1064" y="4999"/>
                    </a:cubicBezTo>
                    <a:cubicBezTo>
                      <a:pt x="218" y="4447"/>
                      <a:pt x="0" y="3025"/>
                      <a:pt x="603" y="1808"/>
                    </a:cubicBezTo>
                    <a:cubicBezTo>
                      <a:pt x="1205" y="565"/>
                      <a:pt x="2397" y="1"/>
                      <a:pt x="3268" y="565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lt2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Google Shape;883;p14"/>
              <p:cNvSpPr/>
              <p:nvPr/>
            </p:nvSpPr>
            <p:spPr>
              <a:xfrm>
                <a:off x="5906877" y="4080403"/>
                <a:ext cx="570948" cy="786330"/>
              </a:xfrm>
              <a:custGeom>
                <a:avLst/>
                <a:gdLst/>
                <a:ahLst/>
                <a:cxnLst/>
                <a:rect l="l" t="t" r="r" b="b"/>
                <a:pathLst>
                  <a:path w="8830" h="12161" fill="none" extrusionOk="0">
                    <a:moveTo>
                      <a:pt x="4344" y="12161"/>
                    </a:moveTo>
                    <a:lnTo>
                      <a:pt x="0" y="0"/>
                    </a:lnTo>
                    <a:cubicBezTo>
                      <a:pt x="0" y="0"/>
                      <a:pt x="8829" y="6279"/>
                      <a:pt x="3716" y="6228"/>
                    </a:cubicBezTo>
                  </a:path>
                </a:pathLst>
              </a:custGeom>
              <a:noFill/>
              <a:ln w="28575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84" name="Google Shape;884;p14"/>
            <p:cNvSpPr/>
            <p:nvPr/>
          </p:nvSpPr>
          <p:spPr>
            <a:xfrm>
              <a:off x="-1046396" y="4354181"/>
              <a:ext cx="260082" cy="164685"/>
            </a:xfrm>
            <a:custGeom>
              <a:avLst/>
              <a:gdLst/>
              <a:ahLst/>
              <a:cxnLst/>
              <a:rect l="l" t="t" r="r" b="b"/>
              <a:pathLst>
                <a:path w="4602" h="2914" extrusionOk="0">
                  <a:moveTo>
                    <a:pt x="3040" y="0"/>
                  </a:moveTo>
                  <a:cubicBezTo>
                    <a:pt x="2745" y="0"/>
                    <a:pt x="2423" y="45"/>
                    <a:pt x="2090" y="140"/>
                  </a:cubicBezTo>
                  <a:cubicBezTo>
                    <a:pt x="885" y="473"/>
                    <a:pt x="1" y="1344"/>
                    <a:pt x="116" y="2075"/>
                  </a:cubicBezTo>
                  <a:cubicBezTo>
                    <a:pt x="200" y="2606"/>
                    <a:pt x="792" y="2914"/>
                    <a:pt x="1573" y="2914"/>
                  </a:cubicBezTo>
                  <a:cubicBezTo>
                    <a:pt x="1865" y="2914"/>
                    <a:pt x="2184" y="2871"/>
                    <a:pt x="2513" y="2780"/>
                  </a:cubicBezTo>
                  <a:cubicBezTo>
                    <a:pt x="3717" y="2447"/>
                    <a:pt x="4601" y="1575"/>
                    <a:pt x="4486" y="845"/>
                  </a:cubicBezTo>
                  <a:cubicBezTo>
                    <a:pt x="4402" y="314"/>
                    <a:pt x="3819" y="0"/>
                    <a:pt x="30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85" name="Google Shape;885;p14"/>
            <p:cNvGrpSpPr/>
            <p:nvPr/>
          </p:nvGrpSpPr>
          <p:grpSpPr>
            <a:xfrm>
              <a:off x="-1046505" y="3943715"/>
              <a:ext cx="431019" cy="586675"/>
              <a:chOff x="-1795774" y="3888167"/>
              <a:chExt cx="493101" cy="671176"/>
            </a:xfrm>
          </p:grpSpPr>
          <p:sp>
            <p:nvSpPr>
              <p:cNvPr id="886" name="Google Shape;886;p14"/>
              <p:cNvSpPr/>
              <p:nvPr/>
            </p:nvSpPr>
            <p:spPr>
              <a:xfrm>
                <a:off x="-1795774" y="4344672"/>
                <a:ext cx="297565" cy="214671"/>
              </a:xfrm>
              <a:custGeom>
                <a:avLst/>
                <a:gdLst/>
                <a:ahLst/>
                <a:cxnLst/>
                <a:rect l="l" t="t" r="r" b="b"/>
                <a:pathLst>
                  <a:path w="4602" h="3320" fill="none" extrusionOk="0">
                    <a:moveTo>
                      <a:pt x="4486" y="1052"/>
                    </a:moveTo>
                    <a:cubicBezTo>
                      <a:pt x="4601" y="1782"/>
                      <a:pt x="3717" y="2654"/>
                      <a:pt x="2513" y="2987"/>
                    </a:cubicBezTo>
                    <a:cubicBezTo>
                      <a:pt x="1308" y="3320"/>
                      <a:pt x="232" y="3012"/>
                      <a:pt x="116" y="2282"/>
                    </a:cubicBezTo>
                    <a:cubicBezTo>
                      <a:pt x="1" y="1551"/>
                      <a:pt x="885" y="680"/>
                      <a:pt x="2090" y="347"/>
                    </a:cubicBezTo>
                    <a:cubicBezTo>
                      <a:pt x="3307" y="1"/>
                      <a:pt x="4371" y="321"/>
                      <a:pt x="4486" y="1052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lt2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Google Shape;887;p14"/>
              <p:cNvSpPr/>
              <p:nvPr/>
            </p:nvSpPr>
            <p:spPr>
              <a:xfrm>
                <a:off x="-1505770" y="3888167"/>
                <a:ext cx="203097" cy="543597"/>
              </a:xfrm>
              <a:custGeom>
                <a:avLst/>
                <a:gdLst/>
                <a:ahLst/>
                <a:cxnLst/>
                <a:rect l="l" t="t" r="r" b="b"/>
                <a:pathLst>
                  <a:path w="3141" h="8407" fill="none" extrusionOk="0">
                    <a:moveTo>
                      <a:pt x="1" y="8406"/>
                    </a:moveTo>
                    <a:lnTo>
                      <a:pt x="3141" y="0"/>
                    </a:lnTo>
                  </a:path>
                </a:pathLst>
              </a:custGeom>
              <a:noFill/>
              <a:ln w="28575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88" name="Google Shape;888;p14"/>
            <p:cNvGrpSpPr/>
            <p:nvPr/>
          </p:nvGrpSpPr>
          <p:grpSpPr>
            <a:xfrm>
              <a:off x="1308118" y="4251523"/>
              <a:ext cx="846041" cy="570058"/>
              <a:chOff x="897994" y="4240309"/>
              <a:chExt cx="967900" cy="652165"/>
            </a:xfrm>
          </p:grpSpPr>
          <p:sp>
            <p:nvSpPr>
              <p:cNvPr id="889" name="Google Shape;889;p14"/>
              <p:cNvSpPr/>
              <p:nvPr/>
            </p:nvSpPr>
            <p:spPr>
              <a:xfrm>
                <a:off x="897994" y="4634158"/>
                <a:ext cx="370437" cy="243057"/>
              </a:xfrm>
              <a:custGeom>
                <a:avLst/>
                <a:gdLst/>
                <a:ahLst/>
                <a:cxnLst/>
                <a:rect l="l" t="t" r="r" b="b"/>
                <a:pathLst>
                  <a:path w="5729" h="3759" extrusionOk="0">
                    <a:moveTo>
                      <a:pt x="2551" y="1"/>
                    </a:moveTo>
                    <a:cubicBezTo>
                      <a:pt x="1500" y="1"/>
                      <a:pt x="589" y="473"/>
                      <a:pt x="334" y="1239"/>
                    </a:cubicBezTo>
                    <a:cubicBezTo>
                      <a:pt x="1" y="2213"/>
                      <a:pt x="847" y="3277"/>
                      <a:pt x="2205" y="3635"/>
                    </a:cubicBezTo>
                    <a:cubicBezTo>
                      <a:pt x="2518" y="3719"/>
                      <a:pt x="2834" y="3759"/>
                      <a:pt x="3139" y="3759"/>
                    </a:cubicBezTo>
                    <a:cubicBezTo>
                      <a:pt x="4142" y="3759"/>
                      <a:pt x="5027" y="3328"/>
                      <a:pt x="5332" y="2610"/>
                    </a:cubicBezTo>
                    <a:cubicBezTo>
                      <a:pt x="5729" y="1649"/>
                      <a:pt x="4947" y="522"/>
                      <a:pt x="3538" y="137"/>
                    </a:cubicBezTo>
                    <a:cubicBezTo>
                      <a:pt x="3205" y="44"/>
                      <a:pt x="2872" y="1"/>
                      <a:pt x="255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Google Shape;890;p14"/>
              <p:cNvSpPr/>
              <p:nvPr/>
            </p:nvSpPr>
            <p:spPr>
              <a:xfrm>
                <a:off x="897994" y="4617281"/>
                <a:ext cx="370437" cy="275193"/>
              </a:xfrm>
              <a:custGeom>
                <a:avLst/>
                <a:gdLst/>
                <a:ahLst/>
                <a:cxnLst/>
                <a:rect l="l" t="t" r="r" b="b"/>
                <a:pathLst>
                  <a:path w="5729" h="4256" fill="none" extrusionOk="0">
                    <a:moveTo>
                      <a:pt x="5332" y="2871"/>
                    </a:moveTo>
                    <a:cubicBezTo>
                      <a:pt x="4934" y="3807"/>
                      <a:pt x="3550" y="4255"/>
                      <a:pt x="2205" y="3896"/>
                    </a:cubicBezTo>
                    <a:cubicBezTo>
                      <a:pt x="847" y="3538"/>
                      <a:pt x="1" y="2474"/>
                      <a:pt x="334" y="1500"/>
                    </a:cubicBezTo>
                    <a:cubicBezTo>
                      <a:pt x="667" y="501"/>
                      <a:pt x="2115" y="1"/>
                      <a:pt x="3538" y="398"/>
                    </a:cubicBezTo>
                    <a:cubicBezTo>
                      <a:pt x="4947" y="783"/>
                      <a:pt x="5729" y="1910"/>
                      <a:pt x="5332" y="2871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lt2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" name="Google Shape;891;p14"/>
              <p:cNvSpPr/>
              <p:nvPr/>
            </p:nvSpPr>
            <p:spPr>
              <a:xfrm>
                <a:off x="1228605" y="4240309"/>
                <a:ext cx="637289" cy="585044"/>
              </a:xfrm>
              <a:custGeom>
                <a:avLst/>
                <a:gdLst/>
                <a:ahLst/>
                <a:cxnLst/>
                <a:rect l="l" t="t" r="r" b="b"/>
                <a:pathLst>
                  <a:path w="9856" h="9048" fill="none" extrusionOk="0">
                    <a:moveTo>
                      <a:pt x="1" y="9047"/>
                    </a:moveTo>
                    <a:lnTo>
                      <a:pt x="9855" y="0"/>
                    </a:lnTo>
                  </a:path>
                </a:pathLst>
              </a:custGeom>
              <a:noFill/>
              <a:ln w="28575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92" name="Google Shape;892;p14"/>
            <p:cNvGrpSpPr/>
            <p:nvPr/>
          </p:nvGrpSpPr>
          <p:grpSpPr>
            <a:xfrm>
              <a:off x="-464914" y="3874196"/>
              <a:ext cx="462896" cy="580907"/>
              <a:chOff x="-1130414" y="3808634"/>
              <a:chExt cx="529568" cy="664577"/>
            </a:xfrm>
          </p:grpSpPr>
          <p:sp>
            <p:nvSpPr>
              <p:cNvPr id="893" name="Google Shape;893;p14"/>
              <p:cNvSpPr/>
              <p:nvPr/>
            </p:nvSpPr>
            <p:spPr>
              <a:xfrm>
                <a:off x="-891751" y="3820984"/>
                <a:ext cx="290905" cy="163654"/>
              </a:xfrm>
              <a:custGeom>
                <a:avLst/>
                <a:gdLst/>
                <a:ahLst/>
                <a:cxnLst/>
                <a:rect l="l" t="t" r="r" b="b"/>
                <a:pathLst>
                  <a:path w="4499" h="2531" extrusionOk="0">
                    <a:moveTo>
                      <a:pt x="3318" y="1"/>
                    </a:moveTo>
                    <a:cubicBezTo>
                      <a:pt x="2767" y="1"/>
                      <a:pt x="2047" y="215"/>
                      <a:pt x="1410" y="591"/>
                    </a:cubicBezTo>
                    <a:cubicBezTo>
                      <a:pt x="449" y="1142"/>
                      <a:pt x="0" y="1885"/>
                      <a:pt x="334" y="2269"/>
                    </a:cubicBezTo>
                    <a:cubicBezTo>
                      <a:pt x="481" y="2444"/>
                      <a:pt x="763" y="2530"/>
                      <a:pt x="1119" y="2530"/>
                    </a:cubicBezTo>
                    <a:cubicBezTo>
                      <a:pt x="1598" y="2530"/>
                      <a:pt x="2211" y="2373"/>
                      <a:pt x="2807" y="2064"/>
                    </a:cubicBezTo>
                    <a:cubicBezTo>
                      <a:pt x="3922" y="1501"/>
                      <a:pt x="4498" y="642"/>
                      <a:pt x="4050" y="219"/>
                    </a:cubicBezTo>
                    <a:cubicBezTo>
                      <a:pt x="3892" y="70"/>
                      <a:pt x="3632" y="1"/>
                      <a:pt x="331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" name="Google Shape;894;p14"/>
              <p:cNvSpPr/>
              <p:nvPr/>
            </p:nvSpPr>
            <p:spPr>
              <a:xfrm>
                <a:off x="-891751" y="3808634"/>
                <a:ext cx="290905" cy="185639"/>
              </a:xfrm>
              <a:custGeom>
                <a:avLst/>
                <a:gdLst/>
                <a:ahLst/>
                <a:cxnLst/>
                <a:rect l="l" t="t" r="r" b="b"/>
                <a:pathLst>
                  <a:path w="4499" h="2871" fill="none" extrusionOk="0">
                    <a:moveTo>
                      <a:pt x="4050" y="410"/>
                    </a:moveTo>
                    <a:cubicBezTo>
                      <a:pt x="4498" y="833"/>
                      <a:pt x="3922" y="1692"/>
                      <a:pt x="2807" y="2255"/>
                    </a:cubicBezTo>
                    <a:cubicBezTo>
                      <a:pt x="1769" y="2794"/>
                      <a:pt x="680" y="2870"/>
                      <a:pt x="334" y="2460"/>
                    </a:cubicBezTo>
                    <a:cubicBezTo>
                      <a:pt x="0" y="2076"/>
                      <a:pt x="449" y="1333"/>
                      <a:pt x="1410" y="782"/>
                    </a:cubicBezTo>
                    <a:cubicBezTo>
                      <a:pt x="2410" y="192"/>
                      <a:pt x="3614" y="0"/>
                      <a:pt x="4050" y="410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accent1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" name="Google Shape;895;p14"/>
              <p:cNvSpPr/>
              <p:nvPr/>
            </p:nvSpPr>
            <p:spPr>
              <a:xfrm>
                <a:off x="-1130414" y="3927092"/>
                <a:ext cx="258640" cy="546118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8446" fill="none" extrusionOk="0">
                    <a:moveTo>
                      <a:pt x="3999" y="1"/>
                    </a:moveTo>
                    <a:lnTo>
                      <a:pt x="1" y="8445"/>
                    </a:lnTo>
                  </a:path>
                </a:pathLst>
              </a:custGeom>
              <a:noFill/>
              <a:ln w="2857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96" name="Google Shape;896;p14"/>
            <p:cNvGrpSpPr/>
            <p:nvPr/>
          </p:nvGrpSpPr>
          <p:grpSpPr>
            <a:xfrm>
              <a:off x="746817" y="3821293"/>
              <a:ext cx="1197987" cy="508508"/>
              <a:chOff x="255847" y="3748111"/>
              <a:chExt cx="1370537" cy="581751"/>
            </a:xfrm>
          </p:grpSpPr>
          <p:sp>
            <p:nvSpPr>
              <p:cNvPr id="897" name="Google Shape;897;p14"/>
              <p:cNvSpPr/>
              <p:nvPr/>
            </p:nvSpPr>
            <p:spPr>
              <a:xfrm>
                <a:off x="255847" y="4064917"/>
                <a:ext cx="279331" cy="148653"/>
              </a:xfrm>
              <a:custGeom>
                <a:avLst/>
                <a:gdLst/>
                <a:ahLst/>
                <a:cxnLst/>
                <a:rect l="l" t="t" r="r" b="b"/>
                <a:pathLst>
                  <a:path w="4320" h="2299" extrusionOk="0">
                    <a:moveTo>
                      <a:pt x="2042" y="1"/>
                    </a:moveTo>
                    <a:cubicBezTo>
                      <a:pt x="1195" y="1"/>
                      <a:pt x="445" y="332"/>
                      <a:pt x="244" y="829"/>
                    </a:cubicBezTo>
                    <a:cubicBezTo>
                      <a:pt x="1" y="1444"/>
                      <a:pt x="667" y="2084"/>
                      <a:pt x="1718" y="2251"/>
                    </a:cubicBezTo>
                    <a:cubicBezTo>
                      <a:pt x="1905" y="2283"/>
                      <a:pt x="2093" y="2298"/>
                      <a:pt x="2277" y="2298"/>
                    </a:cubicBezTo>
                    <a:cubicBezTo>
                      <a:pt x="3122" y="2298"/>
                      <a:pt x="3876" y="1975"/>
                      <a:pt x="4076" y="1469"/>
                    </a:cubicBezTo>
                    <a:cubicBezTo>
                      <a:pt x="4319" y="867"/>
                      <a:pt x="3653" y="226"/>
                      <a:pt x="2589" y="47"/>
                    </a:cubicBezTo>
                    <a:cubicBezTo>
                      <a:pt x="2405" y="16"/>
                      <a:pt x="2221" y="1"/>
                      <a:pt x="204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" name="Google Shape;898;p14"/>
              <p:cNvSpPr/>
              <p:nvPr/>
            </p:nvSpPr>
            <p:spPr>
              <a:xfrm>
                <a:off x="255848" y="4056349"/>
                <a:ext cx="279331" cy="165788"/>
              </a:xfrm>
              <a:custGeom>
                <a:avLst/>
                <a:gdLst/>
                <a:ahLst/>
                <a:cxnLst/>
                <a:rect l="l" t="t" r="r" b="b"/>
                <a:pathLst>
                  <a:path w="4320" h="2564" fill="none" extrusionOk="0">
                    <a:moveTo>
                      <a:pt x="4076" y="1602"/>
                    </a:moveTo>
                    <a:cubicBezTo>
                      <a:pt x="3832" y="2217"/>
                      <a:pt x="2768" y="2563"/>
                      <a:pt x="1718" y="2384"/>
                    </a:cubicBezTo>
                    <a:cubicBezTo>
                      <a:pt x="667" y="2217"/>
                      <a:pt x="1" y="1577"/>
                      <a:pt x="244" y="962"/>
                    </a:cubicBezTo>
                    <a:cubicBezTo>
                      <a:pt x="487" y="359"/>
                      <a:pt x="1538" y="1"/>
                      <a:pt x="2589" y="180"/>
                    </a:cubicBezTo>
                    <a:cubicBezTo>
                      <a:pt x="3653" y="359"/>
                      <a:pt x="4319" y="1000"/>
                      <a:pt x="4076" y="1602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dk2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" name="Google Shape;899;p14"/>
              <p:cNvSpPr/>
              <p:nvPr/>
            </p:nvSpPr>
            <p:spPr>
              <a:xfrm>
                <a:off x="882282" y="4172674"/>
                <a:ext cx="279267" cy="148653"/>
              </a:xfrm>
              <a:custGeom>
                <a:avLst/>
                <a:gdLst/>
                <a:ahLst/>
                <a:cxnLst/>
                <a:rect l="l" t="t" r="r" b="b"/>
                <a:pathLst>
                  <a:path w="4319" h="2299" extrusionOk="0">
                    <a:moveTo>
                      <a:pt x="2061" y="1"/>
                    </a:moveTo>
                    <a:cubicBezTo>
                      <a:pt x="1207" y="1"/>
                      <a:pt x="455" y="332"/>
                      <a:pt x="244" y="828"/>
                    </a:cubicBezTo>
                    <a:cubicBezTo>
                      <a:pt x="0" y="1444"/>
                      <a:pt x="654" y="2084"/>
                      <a:pt x="1717" y="2251"/>
                    </a:cubicBezTo>
                    <a:cubicBezTo>
                      <a:pt x="1905" y="2283"/>
                      <a:pt x="2093" y="2298"/>
                      <a:pt x="2277" y="2298"/>
                    </a:cubicBezTo>
                    <a:cubicBezTo>
                      <a:pt x="3122" y="2298"/>
                      <a:pt x="3875" y="1975"/>
                      <a:pt x="4075" y="1469"/>
                    </a:cubicBezTo>
                    <a:cubicBezTo>
                      <a:pt x="4319" y="867"/>
                      <a:pt x="3665" y="226"/>
                      <a:pt x="2614" y="47"/>
                    </a:cubicBezTo>
                    <a:cubicBezTo>
                      <a:pt x="2428" y="15"/>
                      <a:pt x="2242" y="1"/>
                      <a:pt x="206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Google Shape;900;p14"/>
              <p:cNvSpPr/>
              <p:nvPr/>
            </p:nvSpPr>
            <p:spPr>
              <a:xfrm>
                <a:off x="882282" y="4164074"/>
                <a:ext cx="279267" cy="165788"/>
              </a:xfrm>
              <a:custGeom>
                <a:avLst/>
                <a:gdLst/>
                <a:ahLst/>
                <a:cxnLst/>
                <a:rect l="l" t="t" r="r" b="b"/>
                <a:pathLst>
                  <a:path w="4319" h="2564" fill="none" extrusionOk="0">
                    <a:moveTo>
                      <a:pt x="4075" y="1602"/>
                    </a:moveTo>
                    <a:cubicBezTo>
                      <a:pt x="3832" y="2217"/>
                      <a:pt x="2768" y="2563"/>
                      <a:pt x="1717" y="2384"/>
                    </a:cubicBezTo>
                    <a:cubicBezTo>
                      <a:pt x="654" y="2217"/>
                      <a:pt x="0" y="1577"/>
                      <a:pt x="244" y="961"/>
                    </a:cubicBezTo>
                    <a:cubicBezTo>
                      <a:pt x="500" y="359"/>
                      <a:pt x="1551" y="0"/>
                      <a:pt x="2614" y="180"/>
                    </a:cubicBezTo>
                    <a:cubicBezTo>
                      <a:pt x="3665" y="359"/>
                      <a:pt x="4319" y="1000"/>
                      <a:pt x="4075" y="1602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dk2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" name="Google Shape;901;p14"/>
              <p:cNvSpPr/>
              <p:nvPr/>
            </p:nvSpPr>
            <p:spPr>
              <a:xfrm>
                <a:off x="506085" y="3748111"/>
                <a:ext cx="1120299" cy="527044"/>
              </a:xfrm>
              <a:custGeom>
                <a:avLst/>
                <a:gdLst/>
                <a:ahLst/>
                <a:cxnLst/>
                <a:rect l="l" t="t" r="r" b="b"/>
                <a:pathLst>
                  <a:path w="17326" h="8151" fill="none" extrusionOk="0">
                    <a:moveTo>
                      <a:pt x="1" y="6664"/>
                    </a:moveTo>
                    <a:lnTo>
                      <a:pt x="8317" y="1"/>
                    </a:lnTo>
                    <a:lnTo>
                      <a:pt x="17326" y="1449"/>
                    </a:lnTo>
                    <a:lnTo>
                      <a:pt x="9829" y="8151"/>
                    </a:lnTo>
                  </a:path>
                </a:pathLst>
              </a:custGeom>
              <a:noFill/>
              <a:ln w="2857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Google Shape;902;p14"/>
              <p:cNvSpPr/>
              <p:nvPr/>
            </p:nvSpPr>
            <p:spPr>
              <a:xfrm>
                <a:off x="928644" y="3847560"/>
                <a:ext cx="577608" cy="101969"/>
              </a:xfrm>
              <a:custGeom>
                <a:avLst/>
                <a:gdLst/>
                <a:ahLst/>
                <a:cxnLst/>
                <a:rect l="l" t="t" r="r" b="b"/>
                <a:pathLst>
                  <a:path w="8933" h="1577" fill="none" extrusionOk="0">
                    <a:moveTo>
                      <a:pt x="1" y="0"/>
                    </a:moveTo>
                    <a:lnTo>
                      <a:pt x="8933" y="1576"/>
                    </a:lnTo>
                  </a:path>
                </a:pathLst>
              </a:custGeom>
              <a:noFill/>
              <a:ln w="2857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03" name="Google Shape;903;p14"/>
            <p:cNvGrpSpPr/>
            <p:nvPr/>
          </p:nvGrpSpPr>
          <p:grpSpPr>
            <a:xfrm>
              <a:off x="2007779" y="4477490"/>
              <a:ext cx="1389191" cy="676541"/>
              <a:chOff x="1698430" y="4498823"/>
              <a:chExt cx="1589281" cy="773986"/>
            </a:xfrm>
          </p:grpSpPr>
          <p:sp>
            <p:nvSpPr>
              <p:cNvPr id="904" name="Google Shape;904;p14"/>
              <p:cNvSpPr/>
              <p:nvPr/>
            </p:nvSpPr>
            <p:spPr>
              <a:xfrm>
                <a:off x="1698430" y="4919182"/>
                <a:ext cx="299182" cy="231677"/>
              </a:xfrm>
              <a:custGeom>
                <a:avLst/>
                <a:gdLst/>
                <a:ahLst/>
                <a:cxnLst/>
                <a:rect l="l" t="t" r="r" b="b"/>
                <a:pathLst>
                  <a:path w="4627" h="3583" extrusionOk="0">
                    <a:moveTo>
                      <a:pt x="1912" y="1"/>
                    </a:moveTo>
                    <a:cubicBezTo>
                      <a:pt x="1110" y="1"/>
                      <a:pt x="438" y="408"/>
                      <a:pt x="257" y="1086"/>
                    </a:cubicBezTo>
                    <a:cubicBezTo>
                      <a:pt x="1" y="1995"/>
                      <a:pt x="718" y="3046"/>
                      <a:pt x="1846" y="3431"/>
                    </a:cubicBezTo>
                    <a:cubicBezTo>
                      <a:pt x="2141" y="3533"/>
                      <a:pt x="2435" y="3582"/>
                      <a:pt x="2714" y="3582"/>
                    </a:cubicBezTo>
                    <a:cubicBezTo>
                      <a:pt x="3512" y="3582"/>
                      <a:pt x="4180" y="3182"/>
                      <a:pt x="4370" y="2508"/>
                    </a:cubicBezTo>
                    <a:cubicBezTo>
                      <a:pt x="4627" y="1598"/>
                      <a:pt x="3909" y="535"/>
                      <a:pt x="2768" y="150"/>
                    </a:cubicBezTo>
                    <a:cubicBezTo>
                      <a:pt x="2477" y="49"/>
                      <a:pt x="2187" y="1"/>
                      <a:pt x="191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" name="Google Shape;905;p14"/>
              <p:cNvSpPr/>
              <p:nvPr/>
            </p:nvSpPr>
            <p:spPr>
              <a:xfrm>
                <a:off x="1698430" y="4903146"/>
                <a:ext cx="299182" cy="263554"/>
              </a:xfrm>
              <a:custGeom>
                <a:avLst/>
                <a:gdLst/>
                <a:ahLst/>
                <a:cxnLst/>
                <a:rect l="l" t="t" r="r" b="b"/>
                <a:pathLst>
                  <a:path w="4627" h="4076" fill="none" extrusionOk="0">
                    <a:moveTo>
                      <a:pt x="4370" y="2756"/>
                    </a:moveTo>
                    <a:cubicBezTo>
                      <a:pt x="4114" y="3666"/>
                      <a:pt x="2986" y="4076"/>
                      <a:pt x="1846" y="3679"/>
                    </a:cubicBezTo>
                    <a:cubicBezTo>
                      <a:pt x="718" y="3294"/>
                      <a:pt x="1" y="2243"/>
                      <a:pt x="257" y="1334"/>
                    </a:cubicBezTo>
                    <a:cubicBezTo>
                      <a:pt x="500" y="424"/>
                      <a:pt x="1628" y="1"/>
                      <a:pt x="2768" y="398"/>
                    </a:cubicBezTo>
                    <a:cubicBezTo>
                      <a:pt x="3909" y="783"/>
                      <a:pt x="4627" y="1846"/>
                      <a:pt x="4370" y="2756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accent1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Google Shape;906;p14"/>
              <p:cNvSpPr/>
              <p:nvPr/>
            </p:nvSpPr>
            <p:spPr>
              <a:xfrm>
                <a:off x="2442482" y="5021152"/>
                <a:ext cx="309139" cy="235750"/>
              </a:xfrm>
              <a:custGeom>
                <a:avLst/>
                <a:gdLst/>
                <a:ahLst/>
                <a:cxnLst/>
                <a:rect l="l" t="t" r="r" b="b"/>
                <a:pathLst>
                  <a:path w="4781" h="3646" extrusionOk="0">
                    <a:moveTo>
                      <a:pt x="1976" y="0"/>
                    </a:moveTo>
                    <a:cubicBezTo>
                      <a:pt x="1149" y="0"/>
                      <a:pt x="458" y="410"/>
                      <a:pt x="257" y="1098"/>
                    </a:cubicBezTo>
                    <a:cubicBezTo>
                      <a:pt x="1" y="2020"/>
                      <a:pt x="731" y="3084"/>
                      <a:pt x="1897" y="3494"/>
                    </a:cubicBezTo>
                    <a:cubicBezTo>
                      <a:pt x="2202" y="3596"/>
                      <a:pt x="2505" y="3645"/>
                      <a:pt x="2793" y="3645"/>
                    </a:cubicBezTo>
                    <a:cubicBezTo>
                      <a:pt x="3619" y="3645"/>
                      <a:pt x="4312" y="3243"/>
                      <a:pt x="4512" y="2558"/>
                    </a:cubicBezTo>
                    <a:cubicBezTo>
                      <a:pt x="4781" y="1623"/>
                      <a:pt x="4038" y="547"/>
                      <a:pt x="2859" y="149"/>
                    </a:cubicBezTo>
                    <a:cubicBezTo>
                      <a:pt x="2558" y="48"/>
                      <a:pt x="2259" y="0"/>
                      <a:pt x="197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" name="Google Shape;907;p14"/>
              <p:cNvSpPr/>
              <p:nvPr/>
            </p:nvSpPr>
            <p:spPr>
              <a:xfrm>
                <a:off x="2442482" y="5005116"/>
                <a:ext cx="309139" cy="267692"/>
              </a:xfrm>
              <a:custGeom>
                <a:avLst/>
                <a:gdLst/>
                <a:ahLst/>
                <a:cxnLst/>
                <a:rect l="l" t="t" r="r" b="b"/>
                <a:pathLst>
                  <a:path w="4781" h="4140" fill="none" extrusionOk="0">
                    <a:moveTo>
                      <a:pt x="4512" y="2806"/>
                    </a:moveTo>
                    <a:cubicBezTo>
                      <a:pt x="4243" y="3729"/>
                      <a:pt x="3076" y="4139"/>
                      <a:pt x="1897" y="3742"/>
                    </a:cubicBezTo>
                    <a:cubicBezTo>
                      <a:pt x="731" y="3332"/>
                      <a:pt x="1" y="2268"/>
                      <a:pt x="257" y="1346"/>
                    </a:cubicBezTo>
                    <a:cubicBezTo>
                      <a:pt x="526" y="423"/>
                      <a:pt x="1680" y="0"/>
                      <a:pt x="2859" y="397"/>
                    </a:cubicBezTo>
                    <a:cubicBezTo>
                      <a:pt x="4038" y="795"/>
                      <a:pt x="4781" y="1871"/>
                      <a:pt x="4512" y="2806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accent1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" name="Google Shape;908;p14"/>
              <p:cNvSpPr/>
              <p:nvPr/>
            </p:nvSpPr>
            <p:spPr>
              <a:xfrm>
                <a:off x="1960242" y="4498823"/>
                <a:ext cx="1327470" cy="711777"/>
              </a:xfrm>
              <a:custGeom>
                <a:avLst/>
                <a:gdLst/>
                <a:ahLst/>
                <a:cxnLst/>
                <a:rect l="l" t="t" r="r" b="b"/>
                <a:pathLst>
                  <a:path w="20530" h="11008" fill="none" extrusionOk="0">
                    <a:moveTo>
                      <a:pt x="1" y="9560"/>
                    </a:moveTo>
                    <a:lnTo>
                      <a:pt x="9022" y="0"/>
                    </a:lnTo>
                    <a:lnTo>
                      <a:pt x="20530" y="1115"/>
                    </a:lnTo>
                    <a:lnTo>
                      <a:pt x="11790" y="11008"/>
                    </a:lnTo>
                  </a:path>
                </a:pathLst>
              </a:custGeom>
              <a:noFill/>
              <a:ln w="2857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Google Shape;909;p14"/>
              <p:cNvSpPr/>
              <p:nvPr/>
            </p:nvSpPr>
            <p:spPr>
              <a:xfrm>
                <a:off x="2444163" y="4604026"/>
                <a:ext cx="732533" cy="92916"/>
              </a:xfrm>
              <a:custGeom>
                <a:avLst/>
                <a:gdLst/>
                <a:ahLst/>
                <a:cxnLst/>
                <a:rect l="l" t="t" r="r" b="b"/>
                <a:pathLst>
                  <a:path w="11329" h="1437" fill="none" extrusionOk="0">
                    <a:moveTo>
                      <a:pt x="1" y="1"/>
                    </a:moveTo>
                    <a:lnTo>
                      <a:pt x="11329" y="1436"/>
                    </a:lnTo>
                  </a:path>
                </a:pathLst>
              </a:custGeom>
              <a:noFill/>
              <a:ln w="2857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10" name="Google Shape;910;p14"/>
            <p:cNvGrpSpPr/>
            <p:nvPr/>
          </p:nvGrpSpPr>
          <p:grpSpPr>
            <a:xfrm>
              <a:off x="6466415" y="3859670"/>
              <a:ext cx="730857" cy="806876"/>
              <a:chOff x="6799261" y="3792016"/>
              <a:chExt cx="836125" cy="923094"/>
            </a:xfrm>
          </p:grpSpPr>
          <p:sp>
            <p:nvSpPr>
              <p:cNvPr id="911" name="Google Shape;911;p14"/>
              <p:cNvSpPr/>
              <p:nvPr/>
            </p:nvSpPr>
            <p:spPr>
              <a:xfrm>
                <a:off x="6799261" y="4450327"/>
                <a:ext cx="253597" cy="227733"/>
              </a:xfrm>
              <a:custGeom>
                <a:avLst/>
                <a:gdLst/>
                <a:ahLst/>
                <a:cxnLst/>
                <a:rect l="l" t="t" r="r" b="b"/>
                <a:pathLst>
                  <a:path w="3922" h="3522" extrusionOk="0">
                    <a:moveTo>
                      <a:pt x="2548" y="0"/>
                    </a:moveTo>
                    <a:cubicBezTo>
                      <a:pt x="2122" y="0"/>
                      <a:pt x="1633" y="183"/>
                      <a:pt x="1192" y="545"/>
                    </a:cubicBezTo>
                    <a:cubicBezTo>
                      <a:pt x="346" y="1250"/>
                      <a:pt x="0" y="2352"/>
                      <a:pt x="423" y="3031"/>
                    </a:cubicBezTo>
                    <a:cubicBezTo>
                      <a:pt x="625" y="3358"/>
                      <a:pt x="974" y="3522"/>
                      <a:pt x="1377" y="3522"/>
                    </a:cubicBezTo>
                    <a:cubicBezTo>
                      <a:pt x="1796" y="3522"/>
                      <a:pt x="2273" y="3345"/>
                      <a:pt x="2704" y="2993"/>
                    </a:cubicBezTo>
                    <a:cubicBezTo>
                      <a:pt x="3563" y="2288"/>
                      <a:pt x="3922" y="1173"/>
                      <a:pt x="3499" y="494"/>
                    </a:cubicBezTo>
                    <a:cubicBezTo>
                      <a:pt x="3299" y="164"/>
                      <a:pt x="2952" y="0"/>
                      <a:pt x="254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Google Shape;912;p14"/>
              <p:cNvSpPr/>
              <p:nvPr/>
            </p:nvSpPr>
            <p:spPr>
              <a:xfrm>
                <a:off x="6799261" y="4438300"/>
                <a:ext cx="253597" cy="251139"/>
              </a:xfrm>
              <a:custGeom>
                <a:avLst/>
                <a:gdLst/>
                <a:ahLst/>
                <a:cxnLst/>
                <a:rect l="l" t="t" r="r" b="b"/>
                <a:pathLst>
                  <a:path w="3922" h="3884" fill="none" extrusionOk="0">
                    <a:moveTo>
                      <a:pt x="3499" y="680"/>
                    </a:moveTo>
                    <a:cubicBezTo>
                      <a:pt x="3922" y="1359"/>
                      <a:pt x="3563" y="2474"/>
                      <a:pt x="2704" y="3179"/>
                    </a:cubicBezTo>
                    <a:cubicBezTo>
                      <a:pt x="1859" y="3871"/>
                      <a:pt x="833" y="3884"/>
                      <a:pt x="423" y="3217"/>
                    </a:cubicBezTo>
                    <a:cubicBezTo>
                      <a:pt x="0" y="2538"/>
                      <a:pt x="346" y="1436"/>
                      <a:pt x="1192" y="731"/>
                    </a:cubicBezTo>
                    <a:cubicBezTo>
                      <a:pt x="2051" y="27"/>
                      <a:pt x="3089" y="1"/>
                      <a:pt x="3499" y="680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accent1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Google Shape;913;p14"/>
              <p:cNvSpPr/>
              <p:nvPr/>
            </p:nvSpPr>
            <p:spPr>
              <a:xfrm>
                <a:off x="7369310" y="4471213"/>
                <a:ext cx="266076" cy="232323"/>
              </a:xfrm>
              <a:custGeom>
                <a:avLst/>
                <a:gdLst/>
                <a:ahLst/>
                <a:cxnLst/>
                <a:rect l="l" t="t" r="r" b="b"/>
                <a:pathLst>
                  <a:path w="4115" h="3593" extrusionOk="0">
                    <a:moveTo>
                      <a:pt x="2700" y="1"/>
                    </a:moveTo>
                    <a:cubicBezTo>
                      <a:pt x="2254" y="1"/>
                      <a:pt x="1743" y="187"/>
                      <a:pt x="1282" y="556"/>
                    </a:cubicBezTo>
                    <a:cubicBezTo>
                      <a:pt x="385" y="1273"/>
                      <a:pt x="1" y="2401"/>
                      <a:pt x="424" y="3093"/>
                    </a:cubicBezTo>
                    <a:cubicBezTo>
                      <a:pt x="631" y="3426"/>
                      <a:pt x="993" y="3593"/>
                      <a:pt x="1414" y="3593"/>
                    </a:cubicBezTo>
                    <a:cubicBezTo>
                      <a:pt x="1850" y="3593"/>
                      <a:pt x="2350" y="3413"/>
                      <a:pt x="2807" y="3054"/>
                    </a:cubicBezTo>
                    <a:cubicBezTo>
                      <a:pt x="3717" y="2337"/>
                      <a:pt x="4114" y="1196"/>
                      <a:pt x="3691" y="504"/>
                    </a:cubicBezTo>
                    <a:cubicBezTo>
                      <a:pt x="3486" y="168"/>
                      <a:pt x="3122" y="1"/>
                      <a:pt x="270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Google Shape;914;p14"/>
              <p:cNvSpPr/>
              <p:nvPr/>
            </p:nvSpPr>
            <p:spPr>
              <a:xfrm>
                <a:off x="7369310" y="4459056"/>
                <a:ext cx="266076" cy="256054"/>
              </a:xfrm>
              <a:custGeom>
                <a:avLst/>
                <a:gdLst/>
                <a:ahLst/>
                <a:cxnLst/>
                <a:rect l="l" t="t" r="r" b="b"/>
                <a:pathLst>
                  <a:path w="4115" h="3960" fill="none" extrusionOk="0">
                    <a:moveTo>
                      <a:pt x="3691" y="692"/>
                    </a:moveTo>
                    <a:cubicBezTo>
                      <a:pt x="4114" y="1384"/>
                      <a:pt x="3717" y="2525"/>
                      <a:pt x="2807" y="3242"/>
                    </a:cubicBezTo>
                    <a:cubicBezTo>
                      <a:pt x="1910" y="3947"/>
                      <a:pt x="847" y="3960"/>
                      <a:pt x="424" y="3281"/>
                    </a:cubicBezTo>
                    <a:cubicBezTo>
                      <a:pt x="1" y="2589"/>
                      <a:pt x="385" y="1461"/>
                      <a:pt x="1282" y="744"/>
                    </a:cubicBezTo>
                    <a:cubicBezTo>
                      <a:pt x="2179" y="26"/>
                      <a:pt x="3269" y="0"/>
                      <a:pt x="3691" y="692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accent1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Google Shape;915;p14"/>
              <p:cNvSpPr/>
              <p:nvPr/>
            </p:nvSpPr>
            <p:spPr>
              <a:xfrm>
                <a:off x="6865538" y="3792016"/>
                <a:ext cx="750767" cy="732533"/>
              </a:xfrm>
              <a:custGeom>
                <a:avLst/>
                <a:gdLst/>
                <a:ahLst/>
                <a:cxnLst/>
                <a:rect l="l" t="t" r="r" b="b"/>
                <a:pathLst>
                  <a:path w="11611" h="11329" fill="none" extrusionOk="0">
                    <a:moveTo>
                      <a:pt x="2615" y="11008"/>
                    </a:moveTo>
                    <a:lnTo>
                      <a:pt x="1" y="1"/>
                    </a:lnTo>
                    <a:lnTo>
                      <a:pt x="8638" y="398"/>
                    </a:lnTo>
                    <a:lnTo>
                      <a:pt x="11611" y="11329"/>
                    </a:lnTo>
                  </a:path>
                </a:pathLst>
              </a:custGeom>
              <a:noFill/>
              <a:ln w="2857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Google Shape;916;p14"/>
              <p:cNvSpPr/>
              <p:nvPr/>
            </p:nvSpPr>
            <p:spPr>
              <a:xfrm>
                <a:off x="6901166" y="3942029"/>
                <a:ext cx="567650" cy="40671"/>
              </a:xfrm>
              <a:custGeom>
                <a:avLst/>
                <a:gdLst/>
                <a:ahLst/>
                <a:cxnLst/>
                <a:rect l="l" t="t" r="r" b="b"/>
                <a:pathLst>
                  <a:path w="8779" h="629" fill="none" extrusionOk="0">
                    <a:moveTo>
                      <a:pt x="1" y="0"/>
                    </a:moveTo>
                    <a:lnTo>
                      <a:pt x="8779" y="628"/>
                    </a:lnTo>
                  </a:path>
                </a:pathLst>
              </a:custGeom>
              <a:noFill/>
              <a:ln w="2857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17" name="Google Shape;917;p14"/>
            <p:cNvGrpSpPr/>
            <p:nvPr/>
          </p:nvGrpSpPr>
          <p:grpSpPr>
            <a:xfrm>
              <a:off x="4095014" y="4295047"/>
              <a:ext cx="538913" cy="696042"/>
              <a:chOff x="4086298" y="4290102"/>
              <a:chExt cx="616535" cy="796296"/>
            </a:xfrm>
          </p:grpSpPr>
          <p:sp>
            <p:nvSpPr>
              <p:cNvPr id="918" name="Google Shape;918;p14"/>
              <p:cNvSpPr/>
              <p:nvPr/>
            </p:nvSpPr>
            <p:spPr>
              <a:xfrm>
                <a:off x="4086298" y="4651749"/>
                <a:ext cx="174129" cy="133458"/>
              </a:xfrm>
              <a:custGeom>
                <a:avLst/>
                <a:gdLst/>
                <a:ahLst/>
                <a:cxnLst/>
                <a:rect l="l" t="t" r="r" b="b"/>
                <a:pathLst>
                  <a:path w="2693" h="2064" extrusionOk="0">
                    <a:moveTo>
                      <a:pt x="1289" y="0"/>
                    </a:moveTo>
                    <a:cubicBezTo>
                      <a:pt x="635" y="0"/>
                      <a:pt x="88" y="392"/>
                      <a:pt x="52" y="917"/>
                    </a:cubicBezTo>
                    <a:cubicBezTo>
                      <a:pt x="1" y="1481"/>
                      <a:pt x="539" y="1993"/>
                      <a:pt x="1257" y="2057"/>
                    </a:cubicBezTo>
                    <a:cubicBezTo>
                      <a:pt x="1306" y="2062"/>
                      <a:pt x="1356" y="2064"/>
                      <a:pt x="1404" y="2064"/>
                    </a:cubicBezTo>
                    <a:cubicBezTo>
                      <a:pt x="2057" y="2064"/>
                      <a:pt x="2593" y="1672"/>
                      <a:pt x="2641" y="1147"/>
                    </a:cubicBezTo>
                    <a:cubicBezTo>
                      <a:pt x="2692" y="571"/>
                      <a:pt x="2154" y="58"/>
                      <a:pt x="1436" y="7"/>
                    </a:cubicBezTo>
                    <a:cubicBezTo>
                      <a:pt x="1387" y="3"/>
                      <a:pt x="1337" y="0"/>
                      <a:pt x="128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Google Shape;919;p14"/>
              <p:cNvSpPr/>
              <p:nvPr/>
            </p:nvSpPr>
            <p:spPr>
              <a:xfrm>
                <a:off x="4086298" y="4647999"/>
                <a:ext cx="174129" cy="140959"/>
              </a:xfrm>
              <a:custGeom>
                <a:avLst/>
                <a:gdLst/>
                <a:ahLst/>
                <a:cxnLst/>
                <a:rect l="l" t="t" r="r" b="b"/>
                <a:pathLst>
                  <a:path w="2693" h="2180" fill="none" extrusionOk="0">
                    <a:moveTo>
                      <a:pt x="2641" y="1205"/>
                    </a:moveTo>
                    <a:cubicBezTo>
                      <a:pt x="2590" y="1769"/>
                      <a:pt x="1974" y="2179"/>
                      <a:pt x="1257" y="2115"/>
                    </a:cubicBezTo>
                    <a:cubicBezTo>
                      <a:pt x="539" y="2051"/>
                      <a:pt x="1" y="1539"/>
                      <a:pt x="52" y="975"/>
                    </a:cubicBezTo>
                    <a:cubicBezTo>
                      <a:pt x="91" y="411"/>
                      <a:pt x="719" y="1"/>
                      <a:pt x="1436" y="65"/>
                    </a:cubicBezTo>
                    <a:cubicBezTo>
                      <a:pt x="2154" y="116"/>
                      <a:pt x="2692" y="629"/>
                      <a:pt x="2641" y="1205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lt2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Google Shape;920;p14"/>
              <p:cNvSpPr/>
              <p:nvPr/>
            </p:nvSpPr>
            <p:spPr>
              <a:xfrm>
                <a:off x="4368866" y="4949189"/>
                <a:ext cx="174065" cy="134169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075" extrusionOk="0">
                    <a:moveTo>
                      <a:pt x="1289" y="1"/>
                    </a:moveTo>
                    <a:cubicBezTo>
                      <a:pt x="636" y="1"/>
                      <a:pt x="100" y="393"/>
                      <a:pt x="52" y="930"/>
                    </a:cubicBezTo>
                    <a:cubicBezTo>
                      <a:pt x="1" y="1494"/>
                      <a:pt x="539" y="2006"/>
                      <a:pt x="1257" y="2070"/>
                    </a:cubicBezTo>
                    <a:cubicBezTo>
                      <a:pt x="1298" y="2073"/>
                      <a:pt x="1340" y="2075"/>
                      <a:pt x="1381" y="2075"/>
                    </a:cubicBezTo>
                    <a:cubicBezTo>
                      <a:pt x="2045" y="2075"/>
                      <a:pt x="2605" y="1691"/>
                      <a:pt x="2653" y="1148"/>
                    </a:cubicBezTo>
                    <a:cubicBezTo>
                      <a:pt x="2692" y="584"/>
                      <a:pt x="2154" y="71"/>
                      <a:pt x="1436" y="7"/>
                    </a:cubicBezTo>
                    <a:cubicBezTo>
                      <a:pt x="1386" y="3"/>
                      <a:pt x="1337" y="1"/>
                      <a:pt x="128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Google Shape;921;p14"/>
              <p:cNvSpPr/>
              <p:nvPr/>
            </p:nvSpPr>
            <p:spPr>
              <a:xfrm>
                <a:off x="4368866" y="4945503"/>
                <a:ext cx="174065" cy="140894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179" fill="none" extrusionOk="0">
                    <a:moveTo>
                      <a:pt x="2653" y="1205"/>
                    </a:moveTo>
                    <a:cubicBezTo>
                      <a:pt x="2602" y="1781"/>
                      <a:pt x="1974" y="2179"/>
                      <a:pt x="1257" y="2127"/>
                    </a:cubicBezTo>
                    <a:cubicBezTo>
                      <a:pt x="539" y="2063"/>
                      <a:pt x="1" y="1551"/>
                      <a:pt x="52" y="987"/>
                    </a:cubicBezTo>
                    <a:cubicBezTo>
                      <a:pt x="103" y="410"/>
                      <a:pt x="718" y="0"/>
                      <a:pt x="1436" y="64"/>
                    </a:cubicBezTo>
                    <a:cubicBezTo>
                      <a:pt x="2154" y="128"/>
                      <a:pt x="2692" y="641"/>
                      <a:pt x="2653" y="1205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lt2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Google Shape;922;p14"/>
              <p:cNvSpPr/>
              <p:nvPr/>
            </p:nvSpPr>
            <p:spPr>
              <a:xfrm>
                <a:off x="4252864" y="4290102"/>
                <a:ext cx="449969" cy="749086"/>
              </a:xfrm>
              <a:custGeom>
                <a:avLst/>
                <a:gdLst/>
                <a:ahLst/>
                <a:cxnLst/>
                <a:rect l="l" t="t" r="r" b="b"/>
                <a:pathLst>
                  <a:path w="6959" h="11585" fill="none" extrusionOk="0">
                    <a:moveTo>
                      <a:pt x="1" y="6984"/>
                    </a:moveTo>
                    <a:lnTo>
                      <a:pt x="2897" y="0"/>
                    </a:lnTo>
                    <a:lnTo>
                      <a:pt x="6959" y="4536"/>
                    </a:lnTo>
                    <a:lnTo>
                      <a:pt x="4383" y="11584"/>
                    </a:lnTo>
                  </a:path>
                </a:pathLst>
              </a:custGeom>
              <a:noFill/>
              <a:ln w="28575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Google Shape;923;p14"/>
              <p:cNvSpPr/>
              <p:nvPr/>
            </p:nvSpPr>
            <p:spPr>
              <a:xfrm>
                <a:off x="4401196" y="4384506"/>
                <a:ext cx="262714" cy="303320"/>
              </a:xfrm>
              <a:custGeom>
                <a:avLst/>
                <a:gdLst/>
                <a:ahLst/>
                <a:cxnLst/>
                <a:rect l="l" t="t" r="r" b="b"/>
                <a:pathLst>
                  <a:path w="4063" h="4691" fill="none" extrusionOk="0">
                    <a:moveTo>
                      <a:pt x="0" y="1"/>
                    </a:moveTo>
                    <a:lnTo>
                      <a:pt x="4063" y="4691"/>
                    </a:lnTo>
                  </a:path>
                </a:pathLst>
              </a:custGeom>
              <a:noFill/>
              <a:ln w="28575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4" name="Google Shape;924;p14"/>
            <p:cNvGrpSpPr/>
            <p:nvPr/>
          </p:nvGrpSpPr>
          <p:grpSpPr>
            <a:xfrm>
              <a:off x="-684325" y="4565830"/>
              <a:ext cx="538913" cy="696098"/>
              <a:chOff x="-1381427" y="4599887"/>
              <a:chExt cx="616535" cy="796360"/>
            </a:xfrm>
          </p:grpSpPr>
          <p:sp>
            <p:nvSpPr>
              <p:cNvPr id="925" name="Google Shape;925;p14"/>
              <p:cNvSpPr/>
              <p:nvPr/>
            </p:nvSpPr>
            <p:spPr>
              <a:xfrm>
                <a:off x="-1381427" y="4960888"/>
                <a:ext cx="174065" cy="134169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075" extrusionOk="0">
                    <a:moveTo>
                      <a:pt x="1314" y="1"/>
                    </a:moveTo>
                    <a:cubicBezTo>
                      <a:pt x="649" y="1"/>
                      <a:pt x="88" y="396"/>
                      <a:pt x="51" y="927"/>
                    </a:cubicBezTo>
                    <a:cubicBezTo>
                      <a:pt x="0" y="1491"/>
                      <a:pt x="538" y="2004"/>
                      <a:pt x="1256" y="2068"/>
                    </a:cubicBezTo>
                    <a:cubicBezTo>
                      <a:pt x="1306" y="2072"/>
                      <a:pt x="1355" y="2075"/>
                      <a:pt x="1403" y="2075"/>
                    </a:cubicBezTo>
                    <a:cubicBezTo>
                      <a:pt x="2056" y="2075"/>
                      <a:pt x="2592" y="1683"/>
                      <a:pt x="2640" y="1158"/>
                    </a:cubicBezTo>
                    <a:cubicBezTo>
                      <a:pt x="2691" y="581"/>
                      <a:pt x="2153" y="69"/>
                      <a:pt x="1435" y="5"/>
                    </a:cubicBezTo>
                    <a:cubicBezTo>
                      <a:pt x="1395" y="2"/>
                      <a:pt x="1354" y="1"/>
                      <a:pt x="131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Google Shape;926;p14"/>
              <p:cNvSpPr/>
              <p:nvPr/>
            </p:nvSpPr>
            <p:spPr>
              <a:xfrm>
                <a:off x="-1381427" y="4957849"/>
                <a:ext cx="174065" cy="140959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180" fill="none" extrusionOk="0">
                    <a:moveTo>
                      <a:pt x="2640" y="1205"/>
                    </a:moveTo>
                    <a:cubicBezTo>
                      <a:pt x="2589" y="1769"/>
                      <a:pt x="1974" y="2179"/>
                      <a:pt x="1256" y="2115"/>
                    </a:cubicBezTo>
                    <a:cubicBezTo>
                      <a:pt x="538" y="2051"/>
                      <a:pt x="0" y="1538"/>
                      <a:pt x="51" y="974"/>
                    </a:cubicBezTo>
                    <a:cubicBezTo>
                      <a:pt x="90" y="411"/>
                      <a:pt x="718" y="1"/>
                      <a:pt x="1435" y="52"/>
                    </a:cubicBezTo>
                    <a:cubicBezTo>
                      <a:pt x="2153" y="116"/>
                      <a:pt x="2691" y="628"/>
                      <a:pt x="2640" y="1205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dk2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Google Shape;927;p14"/>
              <p:cNvSpPr/>
              <p:nvPr/>
            </p:nvSpPr>
            <p:spPr>
              <a:xfrm>
                <a:off x="-1098925" y="5259039"/>
                <a:ext cx="174065" cy="134169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075" extrusionOk="0">
                    <a:moveTo>
                      <a:pt x="1289" y="0"/>
                    </a:moveTo>
                    <a:cubicBezTo>
                      <a:pt x="636" y="0"/>
                      <a:pt x="100" y="392"/>
                      <a:pt x="52" y="917"/>
                    </a:cubicBezTo>
                    <a:cubicBezTo>
                      <a:pt x="1" y="1493"/>
                      <a:pt x="539" y="2006"/>
                      <a:pt x="1257" y="2070"/>
                    </a:cubicBezTo>
                    <a:cubicBezTo>
                      <a:pt x="1297" y="2073"/>
                      <a:pt x="1338" y="2074"/>
                      <a:pt x="1378" y="2074"/>
                    </a:cubicBezTo>
                    <a:cubicBezTo>
                      <a:pt x="2044" y="2074"/>
                      <a:pt x="2605" y="1679"/>
                      <a:pt x="2653" y="1148"/>
                    </a:cubicBezTo>
                    <a:cubicBezTo>
                      <a:pt x="2692" y="584"/>
                      <a:pt x="2154" y="71"/>
                      <a:pt x="1436" y="7"/>
                    </a:cubicBezTo>
                    <a:cubicBezTo>
                      <a:pt x="1386" y="3"/>
                      <a:pt x="1337" y="0"/>
                      <a:pt x="128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Google Shape;928;p14"/>
              <p:cNvSpPr/>
              <p:nvPr/>
            </p:nvSpPr>
            <p:spPr>
              <a:xfrm>
                <a:off x="-1098925" y="5255289"/>
                <a:ext cx="174065" cy="140959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180" fill="none" extrusionOk="0">
                    <a:moveTo>
                      <a:pt x="2653" y="1206"/>
                    </a:moveTo>
                    <a:cubicBezTo>
                      <a:pt x="2602" y="1769"/>
                      <a:pt x="1974" y="2179"/>
                      <a:pt x="1257" y="2128"/>
                    </a:cubicBezTo>
                    <a:cubicBezTo>
                      <a:pt x="539" y="2064"/>
                      <a:pt x="1" y="1551"/>
                      <a:pt x="52" y="975"/>
                    </a:cubicBezTo>
                    <a:cubicBezTo>
                      <a:pt x="103" y="411"/>
                      <a:pt x="718" y="1"/>
                      <a:pt x="1436" y="65"/>
                    </a:cubicBezTo>
                    <a:cubicBezTo>
                      <a:pt x="2154" y="129"/>
                      <a:pt x="2692" y="642"/>
                      <a:pt x="2653" y="1206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dk2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Google Shape;929;p14"/>
              <p:cNvSpPr/>
              <p:nvPr/>
            </p:nvSpPr>
            <p:spPr>
              <a:xfrm>
                <a:off x="-1214926" y="4599887"/>
                <a:ext cx="450034" cy="748310"/>
              </a:xfrm>
              <a:custGeom>
                <a:avLst/>
                <a:gdLst/>
                <a:ahLst/>
                <a:cxnLst/>
                <a:rect l="l" t="t" r="r" b="b"/>
                <a:pathLst>
                  <a:path w="6960" h="11573" fill="none" extrusionOk="0">
                    <a:moveTo>
                      <a:pt x="1" y="6972"/>
                    </a:moveTo>
                    <a:lnTo>
                      <a:pt x="2897" y="1"/>
                    </a:lnTo>
                    <a:lnTo>
                      <a:pt x="6959" y="4537"/>
                    </a:lnTo>
                    <a:lnTo>
                      <a:pt x="4383" y="11572"/>
                    </a:lnTo>
                  </a:path>
                </a:pathLst>
              </a:custGeom>
              <a:noFill/>
              <a:ln w="2857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Google Shape;930;p14"/>
              <p:cNvSpPr/>
              <p:nvPr/>
            </p:nvSpPr>
            <p:spPr>
              <a:xfrm>
                <a:off x="-1066594" y="4694357"/>
                <a:ext cx="262714" cy="303320"/>
              </a:xfrm>
              <a:custGeom>
                <a:avLst/>
                <a:gdLst/>
                <a:ahLst/>
                <a:cxnLst/>
                <a:rect l="l" t="t" r="r" b="b"/>
                <a:pathLst>
                  <a:path w="4063" h="4691" fill="none" extrusionOk="0">
                    <a:moveTo>
                      <a:pt x="1" y="1"/>
                    </a:moveTo>
                    <a:lnTo>
                      <a:pt x="4063" y="4691"/>
                    </a:lnTo>
                  </a:path>
                </a:pathLst>
              </a:custGeom>
              <a:noFill/>
              <a:ln w="2857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31" name="Google Shape;931;p14"/>
          <p:cNvGrpSpPr/>
          <p:nvPr/>
        </p:nvGrpSpPr>
        <p:grpSpPr>
          <a:xfrm rot="-1017617">
            <a:off x="-1356713" y="-916074"/>
            <a:ext cx="3617640" cy="2877885"/>
            <a:chOff x="-1221177" y="-856963"/>
            <a:chExt cx="3089277" cy="2457565"/>
          </a:xfrm>
        </p:grpSpPr>
        <p:grpSp>
          <p:nvGrpSpPr>
            <p:cNvPr id="932" name="Google Shape;932;p14"/>
            <p:cNvGrpSpPr/>
            <p:nvPr/>
          </p:nvGrpSpPr>
          <p:grpSpPr>
            <a:xfrm>
              <a:off x="-1221177" y="-856963"/>
              <a:ext cx="3089277" cy="2457565"/>
              <a:chOff x="-1221177" y="-856963"/>
              <a:chExt cx="3089277" cy="2457565"/>
            </a:xfrm>
          </p:grpSpPr>
          <p:sp>
            <p:nvSpPr>
              <p:cNvPr id="933" name="Google Shape;933;p14"/>
              <p:cNvSpPr/>
              <p:nvPr/>
            </p:nvSpPr>
            <p:spPr>
              <a:xfrm>
                <a:off x="-1221177" y="-564373"/>
                <a:ext cx="3089277" cy="2164975"/>
              </a:xfrm>
              <a:custGeom>
                <a:avLst/>
                <a:gdLst/>
                <a:ahLst/>
                <a:cxnLst/>
                <a:rect l="l" t="t" r="r" b="b"/>
                <a:pathLst>
                  <a:path w="65482" h="45890" fill="none" extrusionOk="0">
                    <a:moveTo>
                      <a:pt x="0" y="40751"/>
                    </a:moveTo>
                    <a:cubicBezTo>
                      <a:pt x="18837" y="45889"/>
                      <a:pt x="46927" y="45492"/>
                      <a:pt x="60600" y="14866"/>
                    </a:cubicBezTo>
                    <a:cubicBezTo>
                      <a:pt x="63047" y="9381"/>
                      <a:pt x="65482" y="1"/>
                      <a:pt x="65482" y="1"/>
                    </a:cubicBezTo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Google Shape;934;p14"/>
              <p:cNvSpPr/>
              <p:nvPr/>
            </p:nvSpPr>
            <p:spPr>
              <a:xfrm>
                <a:off x="-1050729" y="-637497"/>
                <a:ext cx="2826970" cy="2014998"/>
              </a:xfrm>
              <a:custGeom>
                <a:avLst/>
                <a:gdLst/>
                <a:ahLst/>
                <a:cxnLst/>
                <a:rect l="l" t="t" r="r" b="b"/>
                <a:pathLst>
                  <a:path w="59922" h="42711" fill="none" extrusionOk="0">
                    <a:moveTo>
                      <a:pt x="1" y="38610"/>
                    </a:moveTo>
                    <a:cubicBezTo>
                      <a:pt x="16980" y="42711"/>
                      <a:pt x="41814" y="41878"/>
                      <a:pt x="54885" y="14519"/>
                    </a:cubicBezTo>
                    <a:cubicBezTo>
                      <a:pt x="57474" y="9099"/>
                      <a:pt x="59921" y="0"/>
                      <a:pt x="59921" y="0"/>
                    </a:cubicBezTo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Google Shape;935;p14"/>
              <p:cNvSpPr/>
              <p:nvPr/>
            </p:nvSpPr>
            <p:spPr>
              <a:xfrm>
                <a:off x="-880847" y="-710668"/>
                <a:ext cx="2564569" cy="1865729"/>
              </a:xfrm>
              <a:custGeom>
                <a:avLst/>
                <a:gdLst/>
                <a:ahLst/>
                <a:cxnLst/>
                <a:rect l="l" t="t" r="r" b="b"/>
                <a:pathLst>
                  <a:path w="54360" h="39547" fill="none" extrusionOk="0">
                    <a:moveTo>
                      <a:pt x="1" y="36483"/>
                    </a:moveTo>
                    <a:cubicBezTo>
                      <a:pt x="15134" y="39546"/>
                      <a:pt x="36817" y="38303"/>
                      <a:pt x="49195" y="14186"/>
                    </a:cubicBezTo>
                    <a:cubicBezTo>
                      <a:pt x="51938" y="8830"/>
                      <a:pt x="54360" y="1"/>
                      <a:pt x="54360" y="1"/>
                    </a:cubicBezTo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Google Shape;936;p14"/>
              <p:cNvSpPr/>
              <p:nvPr/>
            </p:nvSpPr>
            <p:spPr>
              <a:xfrm>
                <a:off x="-710353" y="-783792"/>
                <a:ext cx="2302168" cy="1715751"/>
              </a:xfrm>
              <a:custGeom>
                <a:avLst/>
                <a:gdLst/>
                <a:ahLst/>
                <a:cxnLst/>
                <a:rect l="l" t="t" r="r" b="b"/>
                <a:pathLst>
                  <a:path w="48798" h="36368" fill="none" extrusionOk="0">
                    <a:moveTo>
                      <a:pt x="0" y="34356"/>
                    </a:moveTo>
                    <a:cubicBezTo>
                      <a:pt x="13276" y="36368"/>
                      <a:pt x="31883" y="34766"/>
                      <a:pt x="43480" y="13853"/>
                    </a:cubicBezTo>
                    <a:cubicBezTo>
                      <a:pt x="46401" y="8573"/>
                      <a:pt x="48798" y="0"/>
                      <a:pt x="48798" y="0"/>
                    </a:cubicBezTo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Google Shape;937;p14"/>
              <p:cNvSpPr/>
              <p:nvPr/>
            </p:nvSpPr>
            <p:spPr>
              <a:xfrm>
                <a:off x="-540471" y="-856963"/>
                <a:ext cx="2040380" cy="1565868"/>
              </a:xfrm>
              <a:custGeom>
                <a:avLst/>
                <a:gdLst/>
                <a:ahLst/>
                <a:cxnLst/>
                <a:rect l="l" t="t" r="r" b="b"/>
                <a:pathLst>
                  <a:path w="43249" h="33191" fill="none" extrusionOk="0">
                    <a:moveTo>
                      <a:pt x="0" y="32229"/>
                    </a:moveTo>
                    <a:cubicBezTo>
                      <a:pt x="11431" y="33190"/>
                      <a:pt x="27051" y="31294"/>
                      <a:pt x="37777" y="13520"/>
                    </a:cubicBezTo>
                    <a:cubicBezTo>
                      <a:pt x="40904" y="8317"/>
                      <a:pt x="43249" y="1"/>
                      <a:pt x="43249" y="1"/>
                    </a:cubicBezTo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38" name="Google Shape;938;p14"/>
            <p:cNvGrpSpPr/>
            <p:nvPr/>
          </p:nvGrpSpPr>
          <p:grpSpPr>
            <a:xfrm>
              <a:off x="828772" y="314668"/>
              <a:ext cx="416010" cy="486680"/>
              <a:chOff x="828772" y="314668"/>
              <a:chExt cx="416010" cy="486680"/>
            </a:xfrm>
          </p:grpSpPr>
          <p:sp>
            <p:nvSpPr>
              <p:cNvPr id="939" name="Google Shape;939;p14"/>
              <p:cNvSpPr/>
              <p:nvPr/>
            </p:nvSpPr>
            <p:spPr>
              <a:xfrm>
                <a:off x="828772" y="325849"/>
                <a:ext cx="182624" cy="180501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3826" extrusionOk="0">
                    <a:moveTo>
                      <a:pt x="2277" y="1"/>
                    </a:moveTo>
                    <a:cubicBezTo>
                      <a:pt x="1531" y="1"/>
                      <a:pt x="747" y="588"/>
                      <a:pt x="398" y="1455"/>
                    </a:cubicBezTo>
                    <a:cubicBezTo>
                      <a:pt x="1" y="2454"/>
                      <a:pt x="321" y="3454"/>
                      <a:pt x="1103" y="3748"/>
                    </a:cubicBezTo>
                    <a:cubicBezTo>
                      <a:pt x="1245" y="3800"/>
                      <a:pt x="1395" y="3825"/>
                      <a:pt x="1548" y="3825"/>
                    </a:cubicBezTo>
                    <a:cubicBezTo>
                      <a:pt x="2224" y="3825"/>
                      <a:pt x="2961" y="3340"/>
                      <a:pt x="3358" y="2557"/>
                    </a:cubicBezTo>
                    <a:cubicBezTo>
                      <a:pt x="3871" y="1544"/>
                      <a:pt x="3602" y="417"/>
                      <a:pt x="2743" y="83"/>
                    </a:cubicBezTo>
                    <a:cubicBezTo>
                      <a:pt x="2593" y="27"/>
                      <a:pt x="2436" y="1"/>
                      <a:pt x="227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Google Shape;940;p14"/>
              <p:cNvSpPr/>
              <p:nvPr/>
            </p:nvSpPr>
            <p:spPr>
              <a:xfrm>
                <a:off x="828772" y="314668"/>
                <a:ext cx="182624" cy="201354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4268" fill="none" extrusionOk="0">
                    <a:moveTo>
                      <a:pt x="2743" y="320"/>
                    </a:moveTo>
                    <a:cubicBezTo>
                      <a:pt x="3602" y="654"/>
                      <a:pt x="3871" y="1781"/>
                      <a:pt x="3358" y="2794"/>
                    </a:cubicBezTo>
                    <a:cubicBezTo>
                      <a:pt x="2871" y="3755"/>
                      <a:pt x="1872" y="4267"/>
                      <a:pt x="1103" y="3985"/>
                    </a:cubicBezTo>
                    <a:cubicBezTo>
                      <a:pt x="321" y="3691"/>
                      <a:pt x="1" y="2691"/>
                      <a:pt x="398" y="1692"/>
                    </a:cubicBezTo>
                    <a:cubicBezTo>
                      <a:pt x="821" y="641"/>
                      <a:pt x="1885" y="0"/>
                      <a:pt x="2743" y="320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accent1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Google Shape;941;p14"/>
              <p:cNvSpPr/>
              <p:nvPr/>
            </p:nvSpPr>
            <p:spPr>
              <a:xfrm>
                <a:off x="865664" y="494788"/>
                <a:ext cx="379118" cy="306559"/>
              </a:xfrm>
              <a:custGeom>
                <a:avLst/>
                <a:gdLst/>
                <a:ahLst/>
                <a:cxnLst/>
                <a:rect l="l" t="t" r="r" b="b"/>
                <a:pathLst>
                  <a:path w="8036" h="6498" fill="none" extrusionOk="0">
                    <a:moveTo>
                      <a:pt x="1" y="1"/>
                    </a:moveTo>
                    <a:lnTo>
                      <a:pt x="8035" y="6498"/>
                    </a:lnTo>
                  </a:path>
                </a:pathLst>
              </a:custGeom>
              <a:noFill/>
              <a:ln w="2857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42" name="Google Shape;942;p14"/>
            <p:cNvGrpSpPr/>
            <p:nvPr/>
          </p:nvGrpSpPr>
          <p:grpSpPr>
            <a:xfrm>
              <a:off x="323987" y="610889"/>
              <a:ext cx="341044" cy="623914"/>
              <a:chOff x="323987" y="610889"/>
              <a:chExt cx="341044" cy="623914"/>
            </a:xfrm>
          </p:grpSpPr>
          <p:sp>
            <p:nvSpPr>
              <p:cNvPr id="943" name="Google Shape;943;p14"/>
              <p:cNvSpPr/>
              <p:nvPr/>
            </p:nvSpPr>
            <p:spPr>
              <a:xfrm>
                <a:off x="323987" y="1036281"/>
                <a:ext cx="204986" cy="187814"/>
              </a:xfrm>
              <a:custGeom>
                <a:avLst/>
                <a:gdLst/>
                <a:ahLst/>
                <a:cxnLst/>
                <a:rect l="l" t="t" r="r" b="b"/>
                <a:pathLst>
                  <a:path w="4345" h="3981" extrusionOk="0">
                    <a:moveTo>
                      <a:pt x="2671" y="0"/>
                    </a:moveTo>
                    <a:cubicBezTo>
                      <a:pt x="2077" y="0"/>
                      <a:pt x="1416" y="308"/>
                      <a:pt x="911" y="876"/>
                    </a:cubicBezTo>
                    <a:cubicBezTo>
                      <a:pt x="116" y="1760"/>
                      <a:pt x="1" y="2952"/>
                      <a:pt x="616" y="3580"/>
                    </a:cubicBezTo>
                    <a:cubicBezTo>
                      <a:pt x="879" y="3848"/>
                      <a:pt x="1237" y="3980"/>
                      <a:pt x="1629" y="3980"/>
                    </a:cubicBezTo>
                    <a:cubicBezTo>
                      <a:pt x="2154" y="3980"/>
                      <a:pt x="2738" y="3742"/>
                      <a:pt x="3230" y="3272"/>
                    </a:cubicBezTo>
                    <a:cubicBezTo>
                      <a:pt x="4127" y="2414"/>
                      <a:pt x="4345" y="1106"/>
                      <a:pt x="3679" y="402"/>
                    </a:cubicBezTo>
                    <a:cubicBezTo>
                      <a:pt x="3411" y="130"/>
                      <a:pt x="3055" y="0"/>
                      <a:pt x="267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Google Shape;944;p14"/>
              <p:cNvSpPr/>
              <p:nvPr/>
            </p:nvSpPr>
            <p:spPr>
              <a:xfrm>
                <a:off x="323987" y="1022552"/>
                <a:ext cx="204986" cy="212252"/>
              </a:xfrm>
              <a:custGeom>
                <a:avLst/>
                <a:gdLst/>
                <a:ahLst/>
                <a:cxnLst/>
                <a:rect l="l" t="t" r="r" b="b"/>
                <a:pathLst>
                  <a:path w="4345" h="4499" fill="none" extrusionOk="0">
                    <a:moveTo>
                      <a:pt x="3679" y="693"/>
                    </a:moveTo>
                    <a:cubicBezTo>
                      <a:pt x="4345" y="1397"/>
                      <a:pt x="4127" y="2705"/>
                      <a:pt x="3230" y="3563"/>
                    </a:cubicBezTo>
                    <a:cubicBezTo>
                      <a:pt x="2371" y="4383"/>
                      <a:pt x="1231" y="4499"/>
                      <a:pt x="616" y="3871"/>
                    </a:cubicBezTo>
                    <a:cubicBezTo>
                      <a:pt x="1" y="3243"/>
                      <a:pt x="116" y="2051"/>
                      <a:pt x="911" y="1167"/>
                    </a:cubicBezTo>
                    <a:cubicBezTo>
                      <a:pt x="1744" y="231"/>
                      <a:pt x="2999" y="1"/>
                      <a:pt x="3679" y="693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dk2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Google Shape;945;p14"/>
              <p:cNvSpPr/>
              <p:nvPr/>
            </p:nvSpPr>
            <p:spPr>
              <a:xfrm>
                <a:off x="386259" y="610889"/>
                <a:ext cx="278772" cy="473379"/>
              </a:xfrm>
              <a:custGeom>
                <a:avLst/>
                <a:gdLst/>
                <a:ahLst/>
                <a:cxnLst/>
                <a:rect l="l" t="t" r="r" b="b"/>
                <a:pathLst>
                  <a:path w="5909" h="10034" fill="none" extrusionOk="0">
                    <a:moveTo>
                      <a:pt x="2717" y="10034"/>
                    </a:moveTo>
                    <a:lnTo>
                      <a:pt x="1" y="0"/>
                    </a:lnTo>
                    <a:cubicBezTo>
                      <a:pt x="1" y="0"/>
                      <a:pt x="5908" y="3370"/>
                      <a:pt x="4588" y="5562"/>
                    </a:cubicBezTo>
                    <a:cubicBezTo>
                      <a:pt x="3973" y="6394"/>
                      <a:pt x="2807" y="4882"/>
                      <a:pt x="2807" y="4882"/>
                    </a:cubicBezTo>
                  </a:path>
                </a:pathLst>
              </a:custGeom>
              <a:noFill/>
              <a:ln w="2857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946" name="Google Shape;946;p14"/>
          <p:cNvSpPr txBox="1">
            <a:spLocks noGrp="1"/>
          </p:cNvSpPr>
          <p:nvPr>
            <p:ph type="title"/>
          </p:nvPr>
        </p:nvSpPr>
        <p:spPr>
          <a:xfrm>
            <a:off x="1375450" y="1265300"/>
            <a:ext cx="63930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1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947" name="Google Shape;947;p14"/>
          <p:cNvSpPr txBox="1">
            <a:spLocks noGrp="1"/>
          </p:cNvSpPr>
          <p:nvPr>
            <p:ph type="subTitle" idx="1"/>
          </p:nvPr>
        </p:nvSpPr>
        <p:spPr>
          <a:xfrm>
            <a:off x="2158550" y="3229700"/>
            <a:ext cx="4872900" cy="80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Google Shape;2049;p30"/>
          <p:cNvSpPr/>
          <p:nvPr/>
        </p:nvSpPr>
        <p:spPr>
          <a:xfrm rot="10800000" flipH="1">
            <a:off x="290375" y="-1206342"/>
            <a:ext cx="8947373" cy="7396743"/>
          </a:xfrm>
          <a:custGeom>
            <a:avLst/>
            <a:gdLst/>
            <a:ahLst/>
            <a:cxnLst/>
            <a:rect l="l" t="t" r="r" b="b"/>
            <a:pathLst>
              <a:path w="197057" h="142526" extrusionOk="0">
                <a:moveTo>
                  <a:pt x="178150" y="100975"/>
                </a:moveTo>
                <a:cubicBezTo>
                  <a:pt x="175293" y="92768"/>
                  <a:pt x="176083" y="83740"/>
                  <a:pt x="177572" y="75199"/>
                </a:cubicBezTo>
                <a:cubicBezTo>
                  <a:pt x="179092" y="66628"/>
                  <a:pt x="181311" y="58087"/>
                  <a:pt x="181189" y="49393"/>
                </a:cubicBezTo>
                <a:cubicBezTo>
                  <a:pt x="181007" y="35199"/>
                  <a:pt x="174198" y="21186"/>
                  <a:pt x="163074" y="12341"/>
                </a:cubicBezTo>
                <a:cubicBezTo>
                  <a:pt x="151949" y="3496"/>
                  <a:pt x="136751" y="1"/>
                  <a:pt x="122891" y="3223"/>
                </a:cubicBezTo>
                <a:cubicBezTo>
                  <a:pt x="114167" y="5259"/>
                  <a:pt x="105930" y="9818"/>
                  <a:pt x="96963" y="10183"/>
                </a:cubicBezTo>
                <a:cubicBezTo>
                  <a:pt x="87723" y="10578"/>
                  <a:pt x="78969" y="6505"/>
                  <a:pt x="69911" y="4834"/>
                </a:cubicBezTo>
                <a:cubicBezTo>
                  <a:pt x="48360" y="882"/>
                  <a:pt x="25260" y="11703"/>
                  <a:pt x="13223" y="30001"/>
                </a:cubicBezTo>
                <a:cubicBezTo>
                  <a:pt x="1156" y="48299"/>
                  <a:pt x="1" y="72828"/>
                  <a:pt x="8846" y="92859"/>
                </a:cubicBezTo>
                <a:cubicBezTo>
                  <a:pt x="17661" y="112920"/>
                  <a:pt x="35746" y="128300"/>
                  <a:pt x="56446" y="135413"/>
                </a:cubicBezTo>
                <a:cubicBezTo>
                  <a:pt x="77175" y="142526"/>
                  <a:pt x="100215" y="141705"/>
                  <a:pt x="121006" y="134775"/>
                </a:cubicBezTo>
                <a:cubicBezTo>
                  <a:pt x="131189" y="131370"/>
                  <a:pt x="140885" y="126568"/>
                  <a:pt x="151219" y="123650"/>
                </a:cubicBezTo>
                <a:cubicBezTo>
                  <a:pt x="161554" y="120732"/>
                  <a:pt x="172952" y="119790"/>
                  <a:pt x="182800" y="124136"/>
                </a:cubicBezTo>
                <a:lnTo>
                  <a:pt x="197056" y="116628"/>
                </a:lnTo>
                <a:cubicBezTo>
                  <a:pt x="188363" y="116385"/>
                  <a:pt x="181007" y="109212"/>
                  <a:pt x="178150" y="100975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50" name="Google Shape;2050;p30"/>
          <p:cNvGrpSpPr/>
          <p:nvPr/>
        </p:nvGrpSpPr>
        <p:grpSpPr>
          <a:xfrm rot="-2182599">
            <a:off x="3874267" y="2766992"/>
            <a:ext cx="9878826" cy="3124162"/>
            <a:chOff x="-1441184" y="3615617"/>
            <a:chExt cx="11189918" cy="3538793"/>
          </a:xfrm>
        </p:grpSpPr>
        <p:grpSp>
          <p:nvGrpSpPr>
            <p:cNvPr id="2051" name="Google Shape;2051;p30"/>
            <p:cNvGrpSpPr/>
            <p:nvPr/>
          </p:nvGrpSpPr>
          <p:grpSpPr>
            <a:xfrm>
              <a:off x="-1441184" y="3615617"/>
              <a:ext cx="11189918" cy="3538793"/>
              <a:chOff x="-2247300" y="3512811"/>
              <a:chExt cx="12801645" cy="4048499"/>
            </a:xfrm>
          </p:grpSpPr>
          <p:sp>
            <p:nvSpPr>
              <p:cNvPr id="2052" name="Google Shape;2052;p30"/>
              <p:cNvSpPr/>
              <p:nvPr/>
            </p:nvSpPr>
            <p:spPr>
              <a:xfrm>
                <a:off x="-2247300" y="3512811"/>
                <a:ext cx="12801645" cy="1688725"/>
              </a:xfrm>
              <a:custGeom>
                <a:avLst/>
                <a:gdLst/>
                <a:ahLst/>
                <a:cxnLst/>
                <a:rect l="l" t="t" r="r" b="b"/>
                <a:pathLst>
                  <a:path w="197984" h="26117" fill="none" extrusionOk="0">
                    <a:moveTo>
                      <a:pt x="197984" y="26116"/>
                    </a:moveTo>
                    <a:cubicBezTo>
                      <a:pt x="177481" y="6472"/>
                      <a:pt x="154299" y="4549"/>
                      <a:pt x="142100" y="5959"/>
                    </a:cubicBezTo>
                    <a:cubicBezTo>
                      <a:pt x="119995" y="8522"/>
                      <a:pt x="114190" y="21567"/>
                      <a:pt x="96672" y="22490"/>
                    </a:cubicBezTo>
                    <a:cubicBezTo>
                      <a:pt x="79155" y="23412"/>
                      <a:pt x="64547" y="0"/>
                      <a:pt x="30409" y="4383"/>
                    </a:cubicBezTo>
                    <a:cubicBezTo>
                      <a:pt x="21669" y="5511"/>
                      <a:pt x="4049" y="8176"/>
                      <a:pt x="0" y="1987"/>
                    </a:cubicBezTo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3" name="Google Shape;2053;p30"/>
              <p:cNvSpPr/>
              <p:nvPr/>
            </p:nvSpPr>
            <p:spPr>
              <a:xfrm>
                <a:off x="-2244002" y="3666057"/>
                <a:ext cx="12672390" cy="1858587"/>
              </a:xfrm>
              <a:custGeom>
                <a:avLst/>
                <a:gdLst/>
                <a:ahLst/>
                <a:cxnLst/>
                <a:rect l="l" t="t" r="r" b="b"/>
                <a:pathLst>
                  <a:path w="195985" h="28744" fill="none" extrusionOk="0">
                    <a:moveTo>
                      <a:pt x="195985" y="28744"/>
                    </a:moveTo>
                    <a:cubicBezTo>
                      <a:pt x="176725" y="8843"/>
                      <a:pt x="155914" y="4922"/>
                      <a:pt x="142907" y="6767"/>
                    </a:cubicBezTo>
                    <a:cubicBezTo>
                      <a:pt x="121648" y="9778"/>
                      <a:pt x="111051" y="27885"/>
                      <a:pt x="89599" y="23413"/>
                    </a:cubicBezTo>
                    <a:cubicBezTo>
                      <a:pt x="73286" y="20017"/>
                      <a:pt x="57601" y="1"/>
                      <a:pt x="29281" y="3576"/>
                    </a:cubicBezTo>
                    <a:cubicBezTo>
                      <a:pt x="20529" y="4665"/>
                      <a:pt x="4216" y="8984"/>
                      <a:pt x="0" y="4050"/>
                    </a:cubicBezTo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4" name="Google Shape;2054;p30"/>
              <p:cNvSpPr/>
              <p:nvPr/>
            </p:nvSpPr>
            <p:spPr>
              <a:xfrm>
                <a:off x="-2240705" y="3822665"/>
                <a:ext cx="12542359" cy="2283662"/>
              </a:xfrm>
              <a:custGeom>
                <a:avLst/>
                <a:gdLst/>
                <a:ahLst/>
                <a:cxnLst/>
                <a:rect l="l" t="t" r="r" b="b"/>
                <a:pathLst>
                  <a:path w="193974" h="35318" fill="none" extrusionOk="0">
                    <a:moveTo>
                      <a:pt x="193973" y="31319"/>
                    </a:moveTo>
                    <a:cubicBezTo>
                      <a:pt x="175969" y="11162"/>
                      <a:pt x="157516" y="5204"/>
                      <a:pt x="143715" y="7510"/>
                    </a:cubicBezTo>
                    <a:cubicBezTo>
                      <a:pt x="123289" y="10919"/>
                      <a:pt x="108065" y="35317"/>
                      <a:pt x="82526" y="24297"/>
                    </a:cubicBezTo>
                    <a:cubicBezTo>
                      <a:pt x="67482" y="17800"/>
                      <a:pt x="50656" y="1"/>
                      <a:pt x="28167" y="2718"/>
                    </a:cubicBezTo>
                    <a:cubicBezTo>
                      <a:pt x="19389" y="3781"/>
                      <a:pt x="4383" y="9740"/>
                      <a:pt x="1" y="6062"/>
                    </a:cubicBezTo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5" name="Google Shape;2055;p30"/>
              <p:cNvSpPr/>
              <p:nvPr/>
            </p:nvSpPr>
            <p:spPr>
              <a:xfrm>
                <a:off x="-2237407" y="3974295"/>
                <a:ext cx="12413103" cy="2837151"/>
              </a:xfrm>
              <a:custGeom>
                <a:avLst/>
                <a:gdLst/>
                <a:ahLst/>
                <a:cxnLst/>
                <a:rect l="l" t="t" r="r" b="b"/>
                <a:pathLst>
                  <a:path w="191975" h="43878" fill="none" extrusionOk="0">
                    <a:moveTo>
                      <a:pt x="191974" y="33959"/>
                    </a:moveTo>
                    <a:cubicBezTo>
                      <a:pt x="175213" y="13559"/>
                      <a:pt x="159118" y="5537"/>
                      <a:pt x="144522" y="8343"/>
                    </a:cubicBezTo>
                    <a:cubicBezTo>
                      <a:pt x="124916" y="12085"/>
                      <a:pt x="104477" y="43877"/>
                      <a:pt x="75452" y="25245"/>
                    </a:cubicBezTo>
                    <a:cubicBezTo>
                      <a:pt x="61344" y="16198"/>
                      <a:pt x="43711" y="1"/>
                      <a:pt x="27039" y="1936"/>
                    </a:cubicBezTo>
                    <a:cubicBezTo>
                      <a:pt x="18236" y="2961"/>
                      <a:pt x="4537" y="10573"/>
                      <a:pt x="1" y="8151"/>
                    </a:cubicBezTo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6" name="Google Shape;2056;p30"/>
              <p:cNvSpPr/>
              <p:nvPr/>
            </p:nvSpPr>
            <p:spPr>
              <a:xfrm>
                <a:off x="-2234045" y="4125148"/>
                <a:ext cx="12283784" cy="3436162"/>
              </a:xfrm>
              <a:custGeom>
                <a:avLst/>
                <a:gdLst/>
                <a:ahLst/>
                <a:cxnLst/>
                <a:rect l="l" t="t" r="r" b="b"/>
                <a:pathLst>
                  <a:path w="189975" h="53142" fill="none" extrusionOk="0">
                    <a:moveTo>
                      <a:pt x="189975" y="36624"/>
                    </a:moveTo>
                    <a:cubicBezTo>
                      <a:pt x="174456" y="15980"/>
                      <a:pt x="160719" y="5856"/>
                      <a:pt x="145329" y="9175"/>
                    </a:cubicBezTo>
                    <a:cubicBezTo>
                      <a:pt x="126543" y="13237"/>
                      <a:pt x="100030" y="53141"/>
                      <a:pt x="68378" y="26218"/>
                    </a:cubicBezTo>
                    <a:cubicBezTo>
                      <a:pt x="54872" y="14737"/>
                      <a:pt x="36752" y="0"/>
                      <a:pt x="25924" y="1166"/>
                    </a:cubicBezTo>
                    <a:cubicBezTo>
                      <a:pt x="17095" y="2127"/>
                      <a:pt x="4703" y="11418"/>
                      <a:pt x="0" y="10239"/>
                    </a:cubicBezTo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57" name="Google Shape;2057;p30"/>
            <p:cNvGrpSpPr/>
            <p:nvPr/>
          </p:nvGrpSpPr>
          <p:grpSpPr>
            <a:xfrm>
              <a:off x="662829" y="4750538"/>
              <a:ext cx="344770" cy="520773"/>
              <a:chOff x="159762" y="4811199"/>
              <a:chExt cx="394428" cy="595782"/>
            </a:xfrm>
          </p:grpSpPr>
          <p:sp>
            <p:nvSpPr>
              <p:cNvPr id="2058" name="Google Shape;2058;p30"/>
              <p:cNvSpPr/>
              <p:nvPr/>
            </p:nvSpPr>
            <p:spPr>
              <a:xfrm>
                <a:off x="344498" y="5198129"/>
                <a:ext cx="209692" cy="194239"/>
              </a:xfrm>
              <a:custGeom>
                <a:avLst/>
                <a:gdLst/>
                <a:ahLst/>
                <a:cxnLst/>
                <a:rect l="l" t="t" r="r" b="b"/>
                <a:pathLst>
                  <a:path w="3243" h="3004" extrusionOk="0">
                    <a:moveTo>
                      <a:pt x="1963" y="0"/>
                    </a:moveTo>
                    <a:cubicBezTo>
                      <a:pt x="1465" y="0"/>
                      <a:pt x="917" y="284"/>
                      <a:pt x="552" y="795"/>
                    </a:cubicBezTo>
                    <a:cubicBezTo>
                      <a:pt x="1" y="1551"/>
                      <a:pt x="65" y="2487"/>
                      <a:pt x="718" y="2858"/>
                    </a:cubicBezTo>
                    <a:cubicBezTo>
                      <a:pt x="892" y="2957"/>
                      <a:pt x="1085" y="3003"/>
                      <a:pt x="1284" y="3003"/>
                    </a:cubicBezTo>
                    <a:cubicBezTo>
                      <a:pt x="1836" y="3003"/>
                      <a:pt x="2436" y="2648"/>
                      <a:pt x="2794" y="2064"/>
                    </a:cubicBezTo>
                    <a:cubicBezTo>
                      <a:pt x="3243" y="1321"/>
                      <a:pt x="3115" y="475"/>
                      <a:pt x="2525" y="142"/>
                    </a:cubicBezTo>
                    <a:cubicBezTo>
                      <a:pt x="2356" y="46"/>
                      <a:pt x="2163" y="0"/>
                      <a:pt x="196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9" name="Google Shape;2059;p30"/>
              <p:cNvSpPr/>
              <p:nvPr/>
            </p:nvSpPr>
            <p:spPr>
              <a:xfrm>
                <a:off x="344498" y="5185714"/>
                <a:ext cx="209692" cy="221267"/>
              </a:xfrm>
              <a:custGeom>
                <a:avLst/>
                <a:gdLst/>
                <a:ahLst/>
                <a:cxnLst/>
                <a:rect l="l" t="t" r="r" b="b"/>
                <a:pathLst>
                  <a:path w="3243" h="3422" fill="none" extrusionOk="0">
                    <a:moveTo>
                      <a:pt x="718" y="3050"/>
                    </a:moveTo>
                    <a:cubicBezTo>
                      <a:pt x="65" y="2679"/>
                      <a:pt x="1" y="1743"/>
                      <a:pt x="552" y="987"/>
                    </a:cubicBezTo>
                    <a:cubicBezTo>
                      <a:pt x="1064" y="270"/>
                      <a:pt x="1936" y="1"/>
                      <a:pt x="2525" y="334"/>
                    </a:cubicBezTo>
                    <a:cubicBezTo>
                      <a:pt x="3115" y="667"/>
                      <a:pt x="3243" y="1513"/>
                      <a:pt x="2794" y="2256"/>
                    </a:cubicBezTo>
                    <a:cubicBezTo>
                      <a:pt x="2307" y="3050"/>
                      <a:pt x="1372" y="3422"/>
                      <a:pt x="718" y="3050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0" name="Google Shape;2060;p30"/>
              <p:cNvSpPr/>
              <p:nvPr/>
            </p:nvSpPr>
            <p:spPr>
              <a:xfrm>
                <a:off x="159762" y="4811199"/>
                <a:ext cx="362937" cy="406905"/>
              </a:xfrm>
              <a:custGeom>
                <a:avLst/>
                <a:gdLst/>
                <a:ahLst/>
                <a:cxnLst/>
                <a:rect l="l" t="t" r="r" b="b"/>
                <a:pathLst>
                  <a:path w="5613" h="6293" extrusionOk="0">
                    <a:moveTo>
                      <a:pt x="5613" y="6292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1" name="Google Shape;2061;p30"/>
              <p:cNvSpPr/>
              <p:nvPr/>
            </p:nvSpPr>
            <p:spPr>
              <a:xfrm>
                <a:off x="159762" y="4811199"/>
                <a:ext cx="362937" cy="406905"/>
              </a:xfrm>
              <a:custGeom>
                <a:avLst/>
                <a:gdLst/>
                <a:ahLst/>
                <a:cxnLst/>
                <a:rect l="l" t="t" r="r" b="b"/>
                <a:pathLst>
                  <a:path w="5613" h="6293" fill="none" extrusionOk="0">
                    <a:moveTo>
                      <a:pt x="5613" y="6292"/>
                    </a:moveTo>
                    <a:lnTo>
                      <a:pt x="0" y="0"/>
                    </a:lnTo>
                  </a:path>
                </a:pathLst>
              </a:custGeom>
              <a:noFill/>
              <a:ln w="2857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062" name="Google Shape;2062;p30"/>
            <p:cNvSpPr/>
            <p:nvPr/>
          </p:nvSpPr>
          <p:spPr>
            <a:xfrm>
              <a:off x="4962505" y="4709666"/>
              <a:ext cx="405608" cy="447655"/>
            </a:xfrm>
            <a:custGeom>
              <a:avLst/>
              <a:gdLst/>
              <a:ahLst/>
              <a:cxnLst/>
              <a:rect l="l" t="t" r="r" b="b"/>
              <a:pathLst>
                <a:path w="7177" h="7921" fill="none" extrusionOk="0">
                  <a:moveTo>
                    <a:pt x="2000" y="4294"/>
                  </a:moveTo>
                  <a:cubicBezTo>
                    <a:pt x="3255" y="3986"/>
                    <a:pt x="2051" y="1039"/>
                    <a:pt x="936" y="2102"/>
                  </a:cubicBezTo>
                  <a:cubicBezTo>
                    <a:pt x="1" y="3012"/>
                    <a:pt x="821" y="6152"/>
                    <a:pt x="2474" y="5229"/>
                  </a:cubicBezTo>
                  <a:cubicBezTo>
                    <a:pt x="3871" y="4447"/>
                    <a:pt x="4037" y="1923"/>
                    <a:pt x="4063" y="1"/>
                  </a:cubicBezTo>
                  <a:cubicBezTo>
                    <a:pt x="5331" y="4486"/>
                    <a:pt x="7177" y="7920"/>
                    <a:pt x="7177" y="7920"/>
                  </a:cubicBezTo>
                </a:path>
              </a:pathLst>
            </a:custGeom>
            <a:noFill/>
            <a:ln w="28575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063" name="Google Shape;2063;p30"/>
            <p:cNvGrpSpPr/>
            <p:nvPr/>
          </p:nvGrpSpPr>
          <p:grpSpPr>
            <a:xfrm>
              <a:off x="4997573" y="3858851"/>
              <a:ext cx="451309" cy="496187"/>
              <a:chOff x="5118856" y="3486300"/>
              <a:chExt cx="516312" cy="567655"/>
            </a:xfrm>
          </p:grpSpPr>
          <p:sp>
            <p:nvSpPr>
              <p:cNvPr id="2064" name="Google Shape;2064;p30"/>
              <p:cNvSpPr/>
              <p:nvPr/>
            </p:nvSpPr>
            <p:spPr>
              <a:xfrm>
                <a:off x="5118856" y="3904138"/>
                <a:ext cx="198959" cy="143222"/>
              </a:xfrm>
              <a:custGeom>
                <a:avLst/>
                <a:gdLst/>
                <a:ahLst/>
                <a:cxnLst/>
                <a:rect l="l" t="t" r="r" b="b"/>
                <a:pathLst>
                  <a:path w="3077" h="2215" extrusionOk="0">
                    <a:moveTo>
                      <a:pt x="1613" y="0"/>
                    </a:moveTo>
                    <a:cubicBezTo>
                      <a:pt x="1463" y="0"/>
                      <a:pt x="1308" y="20"/>
                      <a:pt x="1154" y="61"/>
                    </a:cubicBezTo>
                    <a:cubicBezTo>
                      <a:pt x="424" y="253"/>
                      <a:pt x="1" y="855"/>
                      <a:pt x="154" y="1406"/>
                    </a:cubicBezTo>
                    <a:cubicBezTo>
                      <a:pt x="298" y="1891"/>
                      <a:pt x="838" y="2215"/>
                      <a:pt x="1460" y="2215"/>
                    </a:cubicBezTo>
                    <a:cubicBezTo>
                      <a:pt x="1561" y="2215"/>
                      <a:pt x="1665" y="2206"/>
                      <a:pt x="1769" y="2188"/>
                    </a:cubicBezTo>
                    <a:cubicBezTo>
                      <a:pt x="2551" y="2047"/>
                      <a:pt x="3076" y="1419"/>
                      <a:pt x="2897" y="804"/>
                    </a:cubicBezTo>
                    <a:cubicBezTo>
                      <a:pt x="2753" y="312"/>
                      <a:pt x="2216" y="0"/>
                      <a:pt x="161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5" name="Google Shape;2065;p30"/>
              <p:cNvSpPr/>
              <p:nvPr/>
            </p:nvSpPr>
            <p:spPr>
              <a:xfrm>
                <a:off x="5118856" y="3894762"/>
                <a:ext cx="198959" cy="159193"/>
              </a:xfrm>
              <a:custGeom>
                <a:avLst/>
                <a:gdLst/>
                <a:ahLst/>
                <a:cxnLst/>
                <a:rect l="l" t="t" r="r" b="b"/>
                <a:pathLst>
                  <a:path w="3077" h="2462" fill="none" extrusionOk="0">
                    <a:moveTo>
                      <a:pt x="2897" y="949"/>
                    </a:moveTo>
                    <a:cubicBezTo>
                      <a:pt x="3076" y="1564"/>
                      <a:pt x="2551" y="2192"/>
                      <a:pt x="1769" y="2333"/>
                    </a:cubicBezTo>
                    <a:cubicBezTo>
                      <a:pt x="1026" y="2461"/>
                      <a:pt x="321" y="2115"/>
                      <a:pt x="154" y="1551"/>
                    </a:cubicBezTo>
                    <a:cubicBezTo>
                      <a:pt x="1" y="1000"/>
                      <a:pt x="424" y="398"/>
                      <a:pt x="1154" y="206"/>
                    </a:cubicBezTo>
                    <a:cubicBezTo>
                      <a:pt x="1923" y="1"/>
                      <a:pt x="2717" y="334"/>
                      <a:pt x="2897" y="949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dk2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6" name="Google Shape;2066;p30"/>
              <p:cNvSpPr/>
              <p:nvPr/>
            </p:nvSpPr>
            <p:spPr>
              <a:xfrm>
                <a:off x="5306114" y="3486300"/>
                <a:ext cx="329055" cy="550192"/>
              </a:xfrm>
              <a:custGeom>
                <a:avLst/>
                <a:gdLst/>
                <a:ahLst/>
                <a:cxnLst/>
                <a:rect l="l" t="t" r="r" b="b"/>
                <a:pathLst>
                  <a:path w="5089" h="8509" fill="none" extrusionOk="0">
                    <a:moveTo>
                      <a:pt x="1" y="7740"/>
                    </a:moveTo>
                    <a:lnTo>
                      <a:pt x="3704" y="0"/>
                    </a:lnTo>
                    <a:cubicBezTo>
                      <a:pt x="3704" y="0"/>
                      <a:pt x="5088" y="8509"/>
                      <a:pt x="2295" y="5895"/>
                    </a:cubicBezTo>
                  </a:path>
                </a:pathLst>
              </a:custGeom>
              <a:noFill/>
              <a:ln w="2857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67" name="Google Shape;2067;p30"/>
            <p:cNvGrpSpPr/>
            <p:nvPr/>
          </p:nvGrpSpPr>
          <p:grpSpPr>
            <a:xfrm>
              <a:off x="5686382" y="4111749"/>
              <a:ext cx="499065" cy="935063"/>
              <a:chOff x="5906877" y="4080403"/>
              <a:chExt cx="570948" cy="1069743"/>
            </a:xfrm>
          </p:grpSpPr>
          <p:sp>
            <p:nvSpPr>
              <p:cNvPr id="2068" name="Google Shape;2068;p30"/>
              <p:cNvSpPr/>
              <p:nvPr/>
            </p:nvSpPr>
            <p:spPr>
              <a:xfrm>
                <a:off x="5941665" y="4813591"/>
                <a:ext cx="280948" cy="315218"/>
              </a:xfrm>
              <a:custGeom>
                <a:avLst/>
                <a:gdLst/>
                <a:ahLst/>
                <a:cxnLst/>
                <a:rect l="l" t="t" r="r" b="b"/>
                <a:pathLst>
                  <a:path w="4345" h="4875" extrusionOk="0">
                    <a:moveTo>
                      <a:pt x="2528" y="1"/>
                    </a:moveTo>
                    <a:cubicBezTo>
                      <a:pt x="1809" y="1"/>
                      <a:pt x="1046" y="548"/>
                      <a:pt x="603" y="1463"/>
                    </a:cubicBezTo>
                    <a:cubicBezTo>
                      <a:pt x="0" y="2680"/>
                      <a:pt x="218" y="4102"/>
                      <a:pt x="1064" y="4654"/>
                    </a:cubicBezTo>
                    <a:cubicBezTo>
                      <a:pt x="1294" y="4803"/>
                      <a:pt x="1549" y="4874"/>
                      <a:pt x="1811" y="4874"/>
                    </a:cubicBezTo>
                    <a:cubicBezTo>
                      <a:pt x="2514" y="4874"/>
                      <a:pt x="3269" y="4361"/>
                      <a:pt x="3717" y="3475"/>
                    </a:cubicBezTo>
                    <a:cubicBezTo>
                      <a:pt x="4345" y="2232"/>
                      <a:pt x="4152" y="771"/>
                      <a:pt x="3268" y="220"/>
                    </a:cubicBezTo>
                    <a:cubicBezTo>
                      <a:pt x="3038" y="71"/>
                      <a:pt x="2786" y="1"/>
                      <a:pt x="252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9" name="Google Shape;2069;p30"/>
              <p:cNvSpPr/>
              <p:nvPr/>
            </p:nvSpPr>
            <p:spPr>
              <a:xfrm>
                <a:off x="5941665" y="4791283"/>
                <a:ext cx="280948" cy="358863"/>
              </a:xfrm>
              <a:custGeom>
                <a:avLst/>
                <a:gdLst/>
                <a:ahLst/>
                <a:cxnLst/>
                <a:rect l="l" t="t" r="r" b="b"/>
                <a:pathLst>
                  <a:path w="4345" h="5550" fill="none" extrusionOk="0">
                    <a:moveTo>
                      <a:pt x="3268" y="565"/>
                    </a:moveTo>
                    <a:cubicBezTo>
                      <a:pt x="4152" y="1116"/>
                      <a:pt x="4345" y="2577"/>
                      <a:pt x="3717" y="3820"/>
                    </a:cubicBezTo>
                    <a:cubicBezTo>
                      <a:pt x="3102" y="5037"/>
                      <a:pt x="1910" y="5550"/>
                      <a:pt x="1064" y="4999"/>
                    </a:cubicBezTo>
                    <a:cubicBezTo>
                      <a:pt x="218" y="4447"/>
                      <a:pt x="0" y="3025"/>
                      <a:pt x="603" y="1808"/>
                    </a:cubicBezTo>
                    <a:cubicBezTo>
                      <a:pt x="1205" y="565"/>
                      <a:pt x="2397" y="1"/>
                      <a:pt x="3268" y="565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lt2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0" name="Google Shape;2070;p30"/>
              <p:cNvSpPr/>
              <p:nvPr/>
            </p:nvSpPr>
            <p:spPr>
              <a:xfrm>
                <a:off x="5906877" y="4080403"/>
                <a:ext cx="570948" cy="786330"/>
              </a:xfrm>
              <a:custGeom>
                <a:avLst/>
                <a:gdLst/>
                <a:ahLst/>
                <a:cxnLst/>
                <a:rect l="l" t="t" r="r" b="b"/>
                <a:pathLst>
                  <a:path w="8830" h="12161" fill="none" extrusionOk="0">
                    <a:moveTo>
                      <a:pt x="4344" y="12161"/>
                    </a:moveTo>
                    <a:lnTo>
                      <a:pt x="0" y="0"/>
                    </a:lnTo>
                    <a:cubicBezTo>
                      <a:pt x="0" y="0"/>
                      <a:pt x="8829" y="6279"/>
                      <a:pt x="3716" y="6228"/>
                    </a:cubicBezTo>
                  </a:path>
                </a:pathLst>
              </a:custGeom>
              <a:noFill/>
              <a:ln w="28575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071" name="Google Shape;2071;p30"/>
            <p:cNvSpPr/>
            <p:nvPr/>
          </p:nvSpPr>
          <p:spPr>
            <a:xfrm>
              <a:off x="-1046396" y="4354181"/>
              <a:ext cx="260082" cy="164685"/>
            </a:xfrm>
            <a:custGeom>
              <a:avLst/>
              <a:gdLst/>
              <a:ahLst/>
              <a:cxnLst/>
              <a:rect l="l" t="t" r="r" b="b"/>
              <a:pathLst>
                <a:path w="4602" h="2914" extrusionOk="0">
                  <a:moveTo>
                    <a:pt x="3040" y="0"/>
                  </a:moveTo>
                  <a:cubicBezTo>
                    <a:pt x="2745" y="0"/>
                    <a:pt x="2423" y="45"/>
                    <a:pt x="2090" y="140"/>
                  </a:cubicBezTo>
                  <a:cubicBezTo>
                    <a:pt x="885" y="473"/>
                    <a:pt x="1" y="1344"/>
                    <a:pt x="116" y="2075"/>
                  </a:cubicBezTo>
                  <a:cubicBezTo>
                    <a:pt x="200" y="2606"/>
                    <a:pt x="792" y="2914"/>
                    <a:pt x="1573" y="2914"/>
                  </a:cubicBezTo>
                  <a:cubicBezTo>
                    <a:pt x="1865" y="2914"/>
                    <a:pt x="2184" y="2871"/>
                    <a:pt x="2513" y="2780"/>
                  </a:cubicBezTo>
                  <a:cubicBezTo>
                    <a:pt x="3717" y="2447"/>
                    <a:pt x="4601" y="1575"/>
                    <a:pt x="4486" y="845"/>
                  </a:cubicBezTo>
                  <a:cubicBezTo>
                    <a:pt x="4402" y="314"/>
                    <a:pt x="3819" y="0"/>
                    <a:pt x="30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072" name="Google Shape;2072;p30"/>
            <p:cNvGrpSpPr/>
            <p:nvPr/>
          </p:nvGrpSpPr>
          <p:grpSpPr>
            <a:xfrm>
              <a:off x="-1046505" y="3943715"/>
              <a:ext cx="431019" cy="586675"/>
              <a:chOff x="-1795774" y="3888167"/>
              <a:chExt cx="493101" cy="671176"/>
            </a:xfrm>
          </p:grpSpPr>
          <p:sp>
            <p:nvSpPr>
              <p:cNvPr id="2073" name="Google Shape;2073;p30"/>
              <p:cNvSpPr/>
              <p:nvPr/>
            </p:nvSpPr>
            <p:spPr>
              <a:xfrm>
                <a:off x="-1795774" y="4344672"/>
                <a:ext cx="297565" cy="214671"/>
              </a:xfrm>
              <a:custGeom>
                <a:avLst/>
                <a:gdLst/>
                <a:ahLst/>
                <a:cxnLst/>
                <a:rect l="l" t="t" r="r" b="b"/>
                <a:pathLst>
                  <a:path w="4602" h="3320" fill="none" extrusionOk="0">
                    <a:moveTo>
                      <a:pt x="4486" y="1052"/>
                    </a:moveTo>
                    <a:cubicBezTo>
                      <a:pt x="4601" y="1782"/>
                      <a:pt x="3717" y="2654"/>
                      <a:pt x="2513" y="2987"/>
                    </a:cubicBezTo>
                    <a:cubicBezTo>
                      <a:pt x="1308" y="3320"/>
                      <a:pt x="232" y="3012"/>
                      <a:pt x="116" y="2282"/>
                    </a:cubicBezTo>
                    <a:cubicBezTo>
                      <a:pt x="1" y="1551"/>
                      <a:pt x="885" y="680"/>
                      <a:pt x="2090" y="347"/>
                    </a:cubicBezTo>
                    <a:cubicBezTo>
                      <a:pt x="3307" y="1"/>
                      <a:pt x="4371" y="321"/>
                      <a:pt x="4486" y="1052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lt2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4" name="Google Shape;2074;p30"/>
              <p:cNvSpPr/>
              <p:nvPr/>
            </p:nvSpPr>
            <p:spPr>
              <a:xfrm>
                <a:off x="-1505770" y="3888167"/>
                <a:ext cx="203097" cy="543597"/>
              </a:xfrm>
              <a:custGeom>
                <a:avLst/>
                <a:gdLst/>
                <a:ahLst/>
                <a:cxnLst/>
                <a:rect l="l" t="t" r="r" b="b"/>
                <a:pathLst>
                  <a:path w="3141" h="8407" fill="none" extrusionOk="0">
                    <a:moveTo>
                      <a:pt x="1" y="8406"/>
                    </a:moveTo>
                    <a:lnTo>
                      <a:pt x="3141" y="0"/>
                    </a:lnTo>
                  </a:path>
                </a:pathLst>
              </a:custGeom>
              <a:noFill/>
              <a:ln w="28575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75" name="Google Shape;2075;p30"/>
            <p:cNvGrpSpPr/>
            <p:nvPr/>
          </p:nvGrpSpPr>
          <p:grpSpPr>
            <a:xfrm>
              <a:off x="1308118" y="4251523"/>
              <a:ext cx="846041" cy="570058"/>
              <a:chOff x="897994" y="4240309"/>
              <a:chExt cx="967900" cy="652165"/>
            </a:xfrm>
          </p:grpSpPr>
          <p:sp>
            <p:nvSpPr>
              <p:cNvPr id="2076" name="Google Shape;2076;p30"/>
              <p:cNvSpPr/>
              <p:nvPr/>
            </p:nvSpPr>
            <p:spPr>
              <a:xfrm>
                <a:off x="897994" y="4634158"/>
                <a:ext cx="370437" cy="243057"/>
              </a:xfrm>
              <a:custGeom>
                <a:avLst/>
                <a:gdLst/>
                <a:ahLst/>
                <a:cxnLst/>
                <a:rect l="l" t="t" r="r" b="b"/>
                <a:pathLst>
                  <a:path w="5729" h="3759" extrusionOk="0">
                    <a:moveTo>
                      <a:pt x="2551" y="1"/>
                    </a:moveTo>
                    <a:cubicBezTo>
                      <a:pt x="1500" y="1"/>
                      <a:pt x="589" y="473"/>
                      <a:pt x="334" y="1239"/>
                    </a:cubicBezTo>
                    <a:cubicBezTo>
                      <a:pt x="1" y="2213"/>
                      <a:pt x="847" y="3277"/>
                      <a:pt x="2205" y="3635"/>
                    </a:cubicBezTo>
                    <a:cubicBezTo>
                      <a:pt x="2518" y="3719"/>
                      <a:pt x="2834" y="3759"/>
                      <a:pt x="3139" y="3759"/>
                    </a:cubicBezTo>
                    <a:cubicBezTo>
                      <a:pt x="4142" y="3759"/>
                      <a:pt x="5027" y="3328"/>
                      <a:pt x="5332" y="2610"/>
                    </a:cubicBezTo>
                    <a:cubicBezTo>
                      <a:pt x="5729" y="1649"/>
                      <a:pt x="4947" y="522"/>
                      <a:pt x="3538" y="137"/>
                    </a:cubicBezTo>
                    <a:cubicBezTo>
                      <a:pt x="3205" y="44"/>
                      <a:pt x="2872" y="1"/>
                      <a:pt x="255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7" name="Google Shape;2077;p30"/>
              <p:cNvSpPr/>
              <p:nvPr/>
            </p:nvSpPr>
            <p:spPr>
              <a:xfrm>
                <a:off x="897994" y="4617281"/>
                <a:ext cx="370437" cy="275193"/>
              </a:xfrm>
              <a:custGeom>
                <a:avLst/>
                <a:gdLst/>
                <a:ahLst/>
                <a:cxnLst/>
                <a:rect l="l" t="t" r="r" b="b"/>
                <a:pathLst>
                  <a:path w="5729" h="4256" fill="none" extrusionOk="0">
                    <a:moveTo>
                      <a:pt x="5332" y="2871"/>
                    </a:moveTo>
                    <a:cubicBezTo>
                      <a:pt x="4934" y="3807"/>
                      <a:pt x="3550" y="4255"/>
                      <a:pt x="2205" y="3896"/>
                    </a:cubicBezTo>
                    <a:cubicBezTo>
                      <a:pt x="847" y="3538"/>
                      <a:pt x="1" y="2474"/>
                      <a:pt x="334" y="1500"/>
                    </a:cubicBezTo>
                    <a:cubicBezTo>
                      <a:pt x="667" y="501"/>
                      <a:pt x="2115" y="1"/>
                      <a:pt x="3538" y="398"/>
                    </a:cubicBezTo>
                    <a:cubicBezTo>
                      <a:pt x="4947" y="783"/>
                      <a:pt x="5729" y="1910"/>
                      <a:pt x="5332" y="2871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lt2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8" name="Google Shape;2078;p30"/>
              <p:cNvSpPr/>
              <p:nvPr/>
            </p:nvSpPr>
            <p:spPr>
              <a:xfrm>
                <a:off x="1228605" y="4240309"/>
                <a:ext cx="637289" cy="585044"/>
              </a:xfrm>
              <a:custGeom>
                <a:avLst/>
                <a:gdLst/>
                <a:ahLst/>
                <a:cxnLst/>
                <a:rect l="l" t="t" r="r" b="b"/>
                <a:pathLst>
                  <a:path w="9856" h="9048" fill="none" extrusionOk="0">
                    <a:moveTo>
                      <a:pt x="1" y="9047"/>
                    </a:moveTo>
                    <a:lnTo>
                      <a:pt x="9855" y="0"/>
                    </a:lnTo>
                  </a:path>
                </a:pathLst>
              </a:custGeom>
              <a:noFill/>
              <a:ln w="28575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79" name="Google Shape;2079;p30"/>
            <p:cNvGrpSpPr/>
            <p:nvPr/>
          </p:nvGrpSpPr>
          <p:grpSpPr>
            <a:xfrm>
              <a:off x="-464914" y="3874196"/>
              <a:ext cx="462896" cy="580907"/>
              <a:chOff x="-1130414" y="3808634"/>
              <a:chExt cx="529568" cy="664577"/>
            </a:xfrm>
          </p:grpSpPr>
          <p:sp>
            <p:nvSpPr>
              <p:cNvPr id="2080" name="Google Shape;2080;p30"/>
              <p:cNvSpPr/>
              <p:nvPr/>
            </p:nvSpPr>
            <p:spPr>
              <a:xfrm>
                <a:off x="-891751" y="3820984"/>
                <a:ext cx="290905" cy="163654"/>
              </a:xfrm>
              <a:custGeom>
                <a:avLst/>
                <a:gdLst/>
                <a:ahLst/>
                <a:cxnLst/>
                <a:rect l="l" t="t" r="r" b="b"/>
                <a:pathLst>
                  <a:path w="4499" h="2531" extrusionOk="0">
                    <a:moveTo>
                      <a:pt x="3318" y="1"/>
                    </a:moveTo>
                    <a:cubicBezTo>
                      <a:pt x="2767" y="1"/>
                      <a:pt x="2047" y="215"/>
                      <a:pt x="1410" y="591"/>
                    </a:cubicBezTo>
                    <a:cubicBezTo>
                      <a:pt x="449" y="1142"/>
                      <a:pt x="0" y="1885"/>
                      <a:pt x="334" y="2269"/>
                    </a:cubicBezTo>
                    <a:cubicBezTo>
                      <a:pt x="481" y="2444"/>
                      <a:pt x="763" y="2530"/>
                      <a:pt x="1119" y="2530"/>
                    </a:cubicBezTo>
                    <a:cubicBezTo>
                      <a:pt x="1598" y="2530"/>
                      <a:pt x="2211" y="2373"/>
                      <a:pt x="2807" y="2064"/>
                    </a:cubicBezTo>
                    <a:cubicBezTo>
                      <a:pt x="3922" y="1501"/>
                      <a:pt x="4498" y="642"/>
                      <a:pt x="4050" y="219"/>
                    </a:cubicBezTo>
                    <a:cubicBezTo>
                      <a:pt x="3892" y="70"/>
                      <a:pt x="3632" y="1"/>
                      <a:pt x="331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1" name="Google Shape;2081;p30"/>
              <p:cNvSpPr/>
              <p:nvPr/>
            </p:nvSpPr>
            <p:spPr>
              <a:xfrm>
                <a:off x="-891751" y="3808634"/>
                <a:ext cx="290905" cy="185639"/>
              </a:xfrm>
              <a:custGeom>
                <a:avLst/>
                <a:gdLst/>
                <a:ahLst/>
                <a:cxnLst/>
                <a:rect l="l" t="t" r="r" b="b"/>
                <a:pathLst>
                  <a:path w="4499" h="2871" fill="none" extrusionOk="0">
                    <a:moveTo>
                      <a:pt x="4050" y="410"/>
                    </a:moveTo>
                    <a:cubicBezTo>
                      <a:pt x="4498" y="833"/>
                      <a:pt x="3922" y="1692"/>
                      <a:pt x="2807" y="2255"/>
                    </a:cubicBezTo>
                    <a:cubicBezTo>
                      <a:pt x="1769" y="2794"/>
                      <a:pt x="680" y="2870"/>
                      <a:pt x="334" y="2460"/>
                    </a:cubicBezTo>
                    <a:cubicBezTo>
                      <a:pt x="0" y="2076"/>
                      <a:pt x="449" y="1333"/>
                      <a:pt x="1410" y="782"/>
                    </a:cubicBezTo>
                    <a:cubicBezTo>
                      <a:pt x="2410" y="192"/>
                      <a:pt x="3614" y="0"/>
                      <a:pt x="4050" y="410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accent1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2" name="Google Shape;2082;p30"/>
              <p:cNvSpPr/>
              <p:nvPr/>
            </p:nvSpPr>
            <p:spPr>
              <a:xfrm>
                <a:off x="-1130414" y="3927092"/>
                <a:ext cx="258640" cy="546118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8446" fill="none" extrusionOk="0">
                    <a:moveTo>
                      <a:pt x="3999" y="1"/>
                    </a:moveTo>
                    <a:lnTo>
                      <a:pt x="1" y="8445"/>
                    </a:lnTo>
                  </a:path>
                </a:pathLst>
              </a:custGeom>
              <a:noFill/>
              <a:ln w="2857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83" name="Google Shape;2083;p30"/>
            <p:cNvGrpSpPr/>
            <p:nvPr/>
          </p:nvGrpSpPr>
          <p:grpSpPr>
            <a:xfrm>
              <a:off x="746817" y="3821293"/>
              <a:ext cx="1197987" cy="508508"/>
              <a:chOff x="255847" y="3748111"/>
              <a:chExt cx="1370537" cy="581751"/>
            </a:xfrm>
          </p:grpSpPr>
          <p:sp>
            <p:nvSpPr>
              <p:cNvPr id="2084" name="Google Shape;2084;p30"/>
              <p:cNvSpPr/>
              <p:nvPr/>
            </p:nvSpPr>
            <p:spPr>
              <a:xfrm>
                <a:off x="255847" y="4064917"/>
                <a:ext cx="279331" cy="148653"/>
              </a:xfrm>
              <a:custGeom>
                <a:avLst/>
                <a:gdLst/>
                <a:ahLst/>
                <a:cxnLst/>
                <a:rect l="l" t="t" r="r" b="b"/>
                <a:pathLst>
                  <a:path w="4320" h="2299" extrusionOk="0">
                    <a:moveTo>
                      <a:pt x="2042" y="1"/>
                    </a:moveTo>
                    <a:cubicBezTo>
                      <a:pt x="1195" y="1"/>
                      <a:pt x="445" y="332"/>
                      <a:pt x="244" y="829"/>
                    </a:cubicBezTo>
                    <a:cubicBezTo>
                      <a:pt x="1" y="1444"/>
                      <a:pt x="667" y="2084"/>
                      <a:pt x="1718" y="2251"/>
                    </a:cubicBezTo>
                    <a:cubicBezTo>
                      <a:pt x="1905" y="2283"/>
                      <a:pt x="2093" y="2298"/>
                      <a:pt x="2277" y="2298"/>
                    </a:cubicBezTo>
                    <a:cubicBezTo>
                      <a:pt x="3122" y="2298"/>
                      <a:pt x="3876" y="1975"/>
                      <a:pt x="4076" y="1469"/>
                    </a:cubicBezTo>
                    <a:cubicBezTo>
                      <a:pt x="4319" y="867"/>
                      <a:pt x="3653" y="226"/>
                      <a:pt x="2589" y="47"/>
                    </a:cubicBezTo>
                    <a:cubicBezTo>
                      <a:pt x="2405" y="16"/>
                      <a:pt x="2221" y="1"/>
                      <a:pt x="204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5" name="Google Shape;2085;p30"/>
              <p:cNvSpPr/>
              <p:nvPr/>
            </p:nvSpPr>
            <p:spPr>
              <a:xfrm>
                <a:off x="255848" y="4056349"/>
                <a:ext cx="279331" cy="165788"/>
              </a:xfrm>
              <a:custGeom>
                <a:avLst/>
                <a:gdLst/>
                <a:ahLst/>
                <a:cxnLst/>
                <a:rect l="l" t="t" r="r" b="b"/>
                <a:pathLst>
                  <a:path w="4320" h="2564" fill="none" extrusionOk="0">
                    <a:moveTo>
                      <a:pt x="4076" y="1602"/>
                    </a:moveTo>
                    <a:cubicBezTo>
                      <a:pt x="3832" y="2217"/>
                      <a:pt x="2768" y="2563"/>
                      <a:pt x="1718" y="2384"/>
                    </a:cubicBezTo>
                    <a:cubicBezTo>
                      <a:pt x="667" y="2217"/>
                      <a:pt x="1" y="1577"/>
                      <a:pt x="244" y="962"/>
                    </a:cubicBezTo>
                    <a:cubicBezTo>
                      <a:pt x="487" y="359"/>
                      <a:pt x="1538" y="1"/>
                      <a:pt x="2589" y="180"/>
                    </a:cubicBezTo>
                    <a:cubicBezTo>
                      <a:pt x="3653" y="359"/>
                      <a:pt x="4319" y="1000"/>
                      <a:pt x="4076" y="1602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dk2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6" name="Google Shape;2086;p30"/>
              <p:cNvSpPr/>
              <p:nvPr/>
            </p:nvSpPr>
            <p:spPr>
              <a:xfrm>
                <a:off x="882282" y="4172674"/>
                <a:ext cx="279267" cy="148653"/>
              </a:xfrm>
              <a:custGeom>
                <a:avLst/>
                <a:gdLst/>
                <a:ahLst/>
                <a:cxnLst/>
                <a:rect l="l" t="t" r="r" b="b"/>
                <a:pathLst>
                  <a:path w="4319" h="2299" extrusionOk="0">
                    <a:moveTo>
                      <a:pt x="2061" y="1"/>
                    </a:moveTo>
                    <a:cubicBezTo>
                      <a:pt x="1207" y="1"/>
                      <a:pt x="455" y="332"/>
                      <a:pt x="244" y="828"/>
                    </a:cubicBezTo>
                    <a:cubicBezTo>
                      <a:pt x="0" y="1444"/>
                      <a:pt x="654" y="2084"/>
                      <a:pt x="1717" y="2251"/>
                    </a:cubicBezTo>
                    <a:cubicBezTo>
                      <a:pt x="1905" y="2283"/>
                      <a:pt x="2093" y="2298"/>
                      <a:pt x="2277" y="2298"/>
                    </a:cubicBezTo>
                    <a:cubicBezTo>
                      <a:pt x="3122" y="2298"/>
                      <a:pt x="3875" y="1975"/>
                      <a:pt x="4075" y="1469"/>
                    </a:cubicBezTo>
                    <a:cubicBezTo>
                      <a:pt x="4319" y="867"/>
                      <a:pt x="3665" y="226"/>
                      <a:pt x="2614" y="47"/>
                    </a:cubicBezTo>
                    <a:cubicBezTo>
                      <a:pt x="2428" y="15"/>
                      <a:pt x="2242" y="1"/>
                      <a:pt x="206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7" name="Google Shape;2087;p30"/>
              <p:cNvSpPr/>
              <p:nvPr/>
            </p:nvSpPr>
            <p:spPr>
              <a:xfrm>
                <a:off x="882282" y="4164074"/>
                <a:ext cx="279267" cy="165788"/>
              </a:xfrm>
              <a:custGeom>
                <a:avLst/>
                <a:gdLst/>
                <a:ahLst/>
                <a:cxnLst/>
                <a:rect l="l" t="t" r="r" b="b"/>
                <a:pathLst>
                  <a:path w="4319" h="2564" fill="none" extrusionOk="0">
                    <a:moveTo>
                      <a:pt x="4075" y="1602"/>
                    </a:moveTo>
                    <a:cubicBezTo>
                      <a:pt x="3832" y="2217"/>
                      <a:pt x="2768" y="2563"/>
                      <a:pt x="1717" y="2384"/>
                    </a:cubicBezTo>
                    <a:cubicBezTo>
                      <a:pt x="654" y="2217"/>
                      <a:pt x="0" y="1577"/>
                      <a:pt x="244" y="961"/>
                    </a:cubicBezTo>
                    <a:cubicBezTo>
                      <a:pt x="500" y="359"/>
                      <a:pt x="1551" y="0"/>
                      <a:pt x="2614" y="180"/>
                    </a:cubicBezTo>
                    <a:cubicBezTo>
                      <a:pt x="3665" y="359"/>
                      <a:pt x="4319" y="1000"/>
                      <a:pt x="4075" y="1602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dk2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8" name="Google Shape;2088;p30"/>
              <p:cNvSpPr/>
              <p:nvPr/>
            </p:nvSpPr>
            <p:spPr>
              <a:xfrm>
                <a:off x="506085" y="3748111"/>
                <a:ext cx="1120299" cy="527044"/>
              </a:xfrm>
              <a:custGeom>
                <a:avLst/>
                <a:gdLst/>
                <a:ahLst/>
                <a:cxnLst/>
                <a:rect l="l" t="t" r="r" b="b"/>
                <a:pathLst>
                  <a:path w="17326" h="8151" fill="none" extrusionOk="0">
                    <a:moveTo>
                      <a:pt x="1" y="6664"/>
                    </a:moveTo>
                    <a:lnTo>
                      <a:pt x="8317" y="1"/>
                    </a:lnTo>
                    <a:lnTo>
                      <a:pt x="17326" y="1449"/>
                    </a:lnTo>
                    <a:lnTo>
                      <a:pt x="9829" y="8151"/>
                    </a:lnTo>
                  </a:path>
                </a:pathLst>
              </a:custGeom>
              <a:noFill/>
              <a:ln w="2857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9" name="Google Shape;2089;p30"/>
              <p:cNvSpPr/>
              <p:nvPr/>
            </p:nvSpPr>
            <p:spPr>
              <a:xfrm>
                <a:off x="928644" y="3847560"/>
                <a:ext cx="577608" cy="101969"/>
              </a:xfrm>
              <a:custGeom>
                <a:avLst/>
                <a:gdLst/>
                <a:ahLst/>
                <a:cxnLst/>
                <a:rect l="l" t="t" r="r" b="b"/>
                <a:pathLst>
                  <a:path w="8933" h="1577" fill="none" extrusionOk="0">
                    <a:moveTo>
                      <a:pt x="1" y="0"/>
                    </a:moveTo>
                    <a:lnTo>
                      <a:pt x="8933" y="1576"/>
                    </a:lnTo>
                  </a:path>
                </a:pathLst>
              </a:custGeom>
              <a:noFill/>
              <a:ln w="2857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90" name="Google Shape;2090;p30"/>
            <p:cNvGrpSpPr/>
            <p:nvPr/>
          </p:nvGrpSpPr>
          <p:grpSpPr>
            <a:xfrm>
              <a:off x="2007779" y="4477490"/>
              <a:ext cx="1389191" cy="676541"/>
              <a:chOff x="1698430" y="4498823"/>
              <a:chExt cx="1589281" cy="773986"/>
            </a:xfrm>
          </p:grpSpPr>
          <p:sp>
            <p:nvSpPr>
              <p:cNvPr id="2091" name="Google Shape;2091;p30"/>
              <p:cNvSpPr/>
              <p:nvPr/>
            </p:nvSpPr>
            <p:spPr>
              <a:xfrm>
                <a:off x="1698430" y="4919182"/>
                <a:ext cx="299182" cy="231677"/>
              </a:xfrm>
              <a:custGeom>
                <a:avLst/>
                <a:gdLst/>
                <a:ahLst/>
                <a:cxnLst/>
                <a:rect l="l" t="t" r="r" b="b"/>
                <a:pathLst>
                  <a:path w="4627" h="3583" extrusionOk="0">
                    <a:moveTo>
                      <a:pt x="1912" y="1"/>
                    </a:moveTo>
                    <a:cubicBezTo>
                      <a:pt x="1110" y="1"/>
                      <a:pt x="438" y="408"/>
                      <a:pt x="257" y="1086"/>
                    </a:cubicBezTo>
                    <a:cubicBezTo>
                      <a:pt x="1" y="1995"/>
                      <a:pt x="718" y="3046"/>
                      <a:pt x="1846" y="3431"/>
                    </a:cubicBezTo>
                    <a:cubicBezTo>
                      <a:pt x="2141" y="3533"/>
                      <a:pt x="2435" y="3582"/>
                      <a:pt x="2714" y="3582"/>
                    </a:cubicBezTo>
                    <a:cubicBezTo>
                      <a:pt x="3512" y="3582"/>
                      <a:pt x="4180" y="3182"/>
                      <a:pt x="4370" y="2508"/>
                    </a:cubicBezTo>
                    <a:cubicBezTo>
                      <a:pt x="4627" y="1598"/>
                      <a:pt x="3909" y="535"/>
                      <a:pt x="2768" y="150"/>
                    </a:cubicBezTo>
                    <a:cubicBezTo>
                      <a:pt x="2477" y="49"/>
                      <a:pt x="2187" y="1"/>
                      <a:pt x="191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2" name="Google Shape;2092;p30"/>
              <p:cNvSpPr/>
              <p:nvPr/>
            </p:nvSpPr>
            <p:spPr>
              <a:xfrm>
                <a:off x="1698430" y="4903146"/>
                <a:ext cx="299182" cy="263554"/>
              </a:xfrm>
              <a:custGeom>
                <a:avLst/>
                <a:gdLst/>
                <a:ahLst/>
                <a:cxnLst/>
                <a:rect l="l" t="t" r="r" b="b"/>
                <a:pathLst>
                  <a:path w="4627" h="4076" fill="none" extrusionOk="0">
                    <a:moveTo>
                      <a:pt x="4370" y="2756"/>
                    </a:moveTo>
                    <a:cubicBezTo>
                      <a:pt x="4114" y="3666"/>
                      <a:pt x="2986" y="4076"/>
                      <a:pt x="1846" y="3679"/>
                    </a:cubicBezTo>
                    <a:cubicBezTo>
                      <a:pt x="718" y="3294"/>
                      <a:pt x="1" y="2243"/>
                      <a:pt x="257" y="1334"/>
                    </a:cubicBezTo>
                    <a:cubicBezTo>
                      <a:pt x="500" y="424"/>
                      <a:pt x="1628" y="1"/>
                      <a:pt x="2768" y="398"/>
                    </a:cubicBezTo>
                    <a:cubicBezTo>
                      <a:pt x="3909" y="783"/>
                      <a:pt x="4627" y="1846"/>
                      <a:pt x="4370" y="2756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accent1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3" name="Google Shape;2093;p30"/>
              <p:cNvSpPr/>
              <p:nvPr/>
            </p:nvSpPr>
            <p:spPr>
              <a:xfrm>
                <a:off x="2442482" y="5021152"/>
                <a:ext cx="309139" cy="235750"/>
              </a:xfrm>
              <a:custGeom>
                <a:avLst/>
                <a:gdLst/>
                <a:ahLst/>
                <a:cxnLst/>
                <a:rect l="l" t="t" r="r" b="b"/>
                <a:pathLst>
                  <a:path w="4781" h="3646" extrusionOk="0">
                    <a:moveTo>
                      <a:pt x="1976" y="0"/>
                    </a:moveTo>
                    <a:cubicBezTo>
                      <a:pt x="1149" y="0"/>
                      <a:pt x="458" y="410"/>
                      <a:pt x="257" y="1098"/>
                    </a:cubicBezTo>
                    <a:cubicBezTo>
                      <a:pt x="1" y="2020"/>
                      <a:pt x="731" y="3084"/>
                      <a:pt x="1897" y="3494"/>
                    </a:cubicBezTo>
                    <a:cubicBezTo>
                      <a:pt x="2202" y="3596"/>
                      <a:pt x="2505" y="3645"/>
                      <a:pt x="2793" y="3645"/>
                    </a:cubicBezTo>
                    <a:cubicBezTo>
                      <a:pt x="3619" y="3645"/>
                      <a:pt x="4312" y="3243"/>
                      <a:pt x="4512" y="2558"/>
                    </a:cubicBezTo>
                    <a:cubicBezTo>
                      <a:pt x="4781" y="1623"/>
                      <a:pt x="4038" y="547"/>
                      <a:pt x="2859" y="149"/>
                    </a:cubicBezTo>
                    <a:cubicBezTo>
                      <a:pt x="2558" y="48"/>
                      <a:pt x="2259" y="0"/>
                      <a:pt x="197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4" name="Google Shape;2094;p30"/>
              <p:cNvSpPr/>
              <p:nvPr/>
            </p:nvSpPr>
            <p:spPr>
              <a:xfrm>
                <a:off x="2442482" y="5005116"/>
                <a:ext cx="309139" cy="267692"/>
              </a:xfrm>
              <a:custGeom>
                <a:avLst/>
                <a:gdLst/>
                <a:ahLst/>
                <a:cxnLst/>
                <a:rect l="l" t="t" r="r" b="b"/>
                <a:pathLst>
                  <a:path w="4781" h="4140" fill="none" extrusionOk="0">
                    <a:moveTo>
                      <a:pt x="4512" y="2806"/>
                    </a:moveTo>
                    <a:cubicBezTo>
                      <a:pt x="4243" y="3729"/>
                      <a:pt x="3076" y="4139"/>
                      <a:pt x="1897" y="3742"/>
                    </a:cubicBezTo>
                    <a:cubicBezTo>
                      <a:pt x="731" y="3332"/>
                      <a:pt x="1" y="2268"/>
                      <a:pt x="257" y="1346"/>
                    </a:cubicBezTo>
                    <a:cubicBezTo>
                      <a:pt x="526" y="423"/>
                      <a:pt x="1680" y="0"/>
                      <a:pt x="2859" y="397"/>
                    </a:cubicBezTo>
                    <a:cubicBezTo>
                      <a:pt x="4038" y="795"/>
                      <a:pt x="4781" y="1871"/>
                      <a:pt x="4512" y="2806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accent1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5" name="Google Shape;2095;p30"/>
              <p:cNvSpPr/>
              <p:nvPr/>
            </p:nvSpPr>
            <p:spPr>
              <a:xfrm>
                <a:off x="1960242" y="4498823"/>
                <a:ext cx="1327470" cy="711777"/>
              </a:xfrm>
              <a:custGeom>
                <a:avLst/>
                <a:gdLst/>
                <a:ahLst/>
                <a:cxnLst/>
                <a:rect l="l" t="t" r="r" b="b"/>
                <a:pathLst>
                  <a:path w="20530" h="11008" fill="none" extrusionOk="0">
                    <a:moveTo>
                      <a:pt x="1" y="9560"/>
                    </a:moveTo>
                    <a:lnTo>
                      <a:pt x="9022" y="0"/>
                    </a:lnTo>
                    <a:lnTo>
                      <a:pt x="20530" y="1115"/>
                    </a:lnTo>
                    <a:lnTo>
                      <a:pt x="11790" y="11008"/>
                    </a:lnTo>
                  </a:path>
                </a:pathLst>
              </a:custGeom>
              <a:noFill/>
              <a:ln w="2857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6" name="Google Shape;2096;p30"/>
              <p:cNvSpPr/>
              <p:nvPr/>
            </p:nvSpPr>
            <p:spPr>
              <a:xfrm>
                <a:off x="2444163" y="4604026"/>
                <a:ext cx="732533" cy="92916"/>
              </a:xfrm>
              <a:custGeom>
                <a:avLst/>
                <a:gdLst/>
                <a:ahLst/>
                <a:cxnLst/>
                <a:rect l="l" t="t" r="r" b="b"/>
                <a:pathLst>
                  <a:path w="11329" h="1437" fill="none" extrusionOk="0">
                    <a:moveTo>
                      <a:pt x="1" y="1"/>
                    </a:moveTo>
                    <a:lnTo>
                      <a:pt x="11329" y="1436"/>
                    </a:lnTo>
                  </a:path>
                </a:pathLst>
              </a:custGeom>
              <a:noFill/>
              <a:ln w="2857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97" name="Google Shape;2097;p30"/>
            <p:cNvGrpSpPr/>
            <p:nvPr/>
          </p:nvGrpSpPr>
          <p:grpSpPr>
            <a:xfrm>
              <a:off x="6466415" y="3859670"/>
              <a:ext cx="730857" cy="806876"/>
              <a:chOff x="6799261" y="3792016"/>
              <a:chExt cx="836125" cy="923094"/>
            </a:xfrm>
          </p:grpSpPr>
          <p:sp>
            <p:nvSpPr>
              <p:cNvPr id="2098" name="Google Shape;2098;p30"/>
              <p:cNvSpPr/>
              <p:nvPr/>
            </p:nvSpPr>
            <p:spPr>
              <a:xfrm>
                <a:off x="6799261" y="4450327"/>
                <a:ext cx="253597" cy="227733"/>
              </a:xfrm>
              <a:custGeom>
                <a:avLst/>
                <a:gdLst/>
                <a:ahLst/>
                <a:cxnLst/>
                <a:rect l="l" t="t" r="r" b="b"/>
                <a:pathLst>
                  <a:path w="3922" h="3522" extrusionOk="0">
                    <a:moveTo>
                      <a:pt x="2548" y="0"/>
                    </a:moveTo>
                    <a:cubicBezTo>
                      <a:pt x="2122" y="0"/>
                      <a:pt x="1633" y="183"/>
                      <a:pt x="1192" y="545"/>
                    </a:cubicBezTo>
                    <a:cubicBezTo>
                      <a:pt x="346" y="1250"/>
                      <a:pt x="0" y="2352"/>
                      <a:pt x="423" y="3031"/>
                    </a:cubicBezTo>
                    <a:cubicBezTo>
                      <a:pt x="625" y="3358"/>
                      <a:pt x="974" y="3522"/>
                      <a:pt x="1377" y="3522"/>
                    </a:cubicBezTo>
                    <a:cubicBezTo>
                      <a:pt x="1796" y="3522"/>
                      <a:pt x="2273" y="3345"/>
                      <a:pt x="2704" y="2993"/>
                    </a:cubicBezTo>
                    <a:cubicBezTo>
                      <a:pt x="3563" y="2288"/>
                      <a:pt x="3922" y="1173"/>
                      <a:pt x="3499" y="494"/>
                    </a:cubicBezTo>
                    <a:cubicBezTo>
                      <a:pt x="3299" y="164"/>
                      <a:pt x="2952" y="0"/>
                      <a:pt x="254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9" name="Google Shape;2099;p30"/>
              <p:cNvSpPr/>
              <p:nvPr/>
            </p:nvSpPr>
            <p:spPr>
              <a:xfrm>
                <a:off x="6799261" y="4438300"/>
                <a:ext cx="253597" cy="251139"/>
              </a:xfrm>
              <a:custGeom>
                <a:avLst/>
                <a:gdLst/>
                <a:ahLst/>
                <a:cxnLst/>
                <a:rect l="l" t="t" r="r" b="b"/>
                <a:pathLst>
                  <a:path w="3922" h="3884" fill="none" extrusionOk="0">
                    <a:moveTo>
                      <a:pt x="3499" y="680"/>
                    </a:moveTo>
                    <a:cubicBezTo>
                      <a:pt x="3922" y="1359"/>
                      <a:pt x="3563" y="2474"/>
                      <a:pt x="2704" y="3179"/>
                    </a:cubicBezTo>
                    <a:cubicBezTo>
                      <a:pt x="1859" y="3871"/>
                      <a:pt x="833" y="3884"/>
                      <a:pt x="423" y="3217"/>
                    </a:cubicBezTo>
                    <a:cubicBezTo>
                      <a:pt x="0" y="2538"/>
                      <a:pt x="346" y="1436"/>
                      <a:pt x="1192" y="731"/>
                    </a:cubicBezTo>
                    <a:cubicBezTo>
                      <a:pt x="2051" y="27"/>
                      <a:pt x="3089" y="1"/>
                      <a:pt x="3499" y="680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accent1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0" name="Google Shape;2100;p30"/>
              <p:cNvSpPr/>
              <p:nvPr/>
            </p:nvSpPr>
            <p:spPr>
              <a:xfrm>
                <a:off x="7369310" y="4471213"/>
                <a:ext cx="266076" cy="232323"/>
              </a:xfrm>
              <a:custGeom>
                <a:avLst/>
                <a:gdLst/>
                <a:ahLst/>
                <a:cxnLst/>
                <a:rect l="l" t="t" r="r" b="b"/>
                <a:pathLst>
                  <a:path w="4115" h="3593" extrusionOk="0">
                    <a:moveTo>
                      <a:pt x="2700" y="1"/>
                    </a:moveTo>
                    <a:cubicBezTo>
                      <a:pt x="2254" y="1"/>
                      <a:pt x="1743" y="187"/>
                      <a:pt x="1282" y="556"/>
                    </a:cubicBezTo>
                    <a:cubicBezTo>
                      <a:pt x="385" y="1273"/>
                      <a:pt x="1" y="2401"/>
                      <a:pt x="424" y="3093"/>
                    </a:cubicBezTo>
                    <a:cubicBezTo>
                      <a:pt x="631" y="3426"/>
                      <a:pt x="993" y="3593"/>
                      <a:pt x="1414" y="3593"/>
                    </a:cubicBezTo>
                    <a:cubicBezTo>
                      <a:pt x="1850" y="3593"/>
                      <a:pt x="2350" y="3413"/>
                      <a:pt x="2807" y="3054"/>
                    </a:cubicBezTo>
                    <a:cubicBezTo>
                      <a:pt x="3717" y="2337"/>
                      <a:pt x="4114" y="1196"/>
                      <a:pt x="3691" y="504"/>
                    </a:cubicBezTo>
                    <a:cubicBezTo>
                      <a:pt x="3486" y="168"/>
                      <a:pt x="3122" y="1"/>
                      <a:pt x="270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1" name="Google Shape;2101;p30"/>
              <p:cNvSpPr/>
              <p:nvPr/>
            </p:nvSpPr>
            <p:spPr>
              <a:xfrm>
                <a:off x="7369310" y="4459056"/>
                <a:ext cx="266076" cy="256054"/>
              </a:xfrm>
              <a:custGeom>
                <a:avLst/>
                <a:gdLst/>
                <a:ahLst/>
                <a:cxnLst/>
                <a:rect l="l" t="t" r="r" b="b"/>
                <a:pathLst>
                  <a:path w="4115" h="3960" fill="none" extrusionOk="0">
                    <a:moveTo>
                      <a:pt x="3691" y="692"/>
                    </a:moveTo>
                    <a:cubicBezTo>
                      <a:pt x="4114" y="1384"/>
                      <a:pt x="3717" y="2525"/>
                      <a:pt x="2807" y="3242"/>
                    </a:cubicBezTo>
                    <a:cubicBezTo>
                      <a:pt x="1910" y="3947"/>
                      <a:pt x="847" y="3960"/>
                      <a:pt x="424" y="3281"/>
                    </a:cubicBezTo>
                    <a:cubicBezTo>
                      <a:pt x="1" y="2589"/>
                      <a:pt x="385" y="1461"/>
                      <a:pt x="1282" y="744"/>
                    </a:cubicBezTo>
                    <a:cubicBezTo>
                      <a:pt x="2179" y="26"/>
                      <a:pt x="3269" y="0"/>
                      <a:pt x="3691" y="692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accent1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2" name="Google Shape;2102;p30"/>
              <p:cNvSpPr/>
              <p:nvPr/>
            </p:nvSpPr>
            <p:spPr>
              <a:xfrm>
                <a:off x="6865538" y="3792016"/>
                <a:ext cx="750767" cy="732533"/>
              </a:xfrm>
              <a:custGeom>
                <a:avLst/>
                <a:gdLst/>
                <a:ahLst/>
                <a:cxnLst/>
                <a:rect l="l" t="t" r="r" b="b"/>
                <a:pathLst>
                  <a:path w="11611" h="11329" fill="none" extrusionOk="0">
                    <a:moveTo>
                      <a:pt x="2615" y="11008"/>
                    </a:moveTo>
                    <a:lnTo>
                      <a:pt x="1" y="1"/>
                    </a:lnTo>
                    <a:lnTo>
                      <a:pt x="8638" y="398"/>
                    </a:lnTo>
                    <a:lnTo>
                      <a:pt x="11611" y="11329"/>
                    </a:lnTo>
                  </a:path>
                </a:pathLst>
              </a:custGeom>
              <a:noFill/>
              <a:ln w="2857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3" name="Google Shape;2103;p30"/>
              <p:cNvSpPr/>
              <p:nvPr/>
            </p:nvSpPr>
            <p:spPr>
              <a:xfrm>
                <a:off x="6901166" y="3942029"/>
                <a:ext cx="567650" cy="40671"/>
              </a:xfrm>
              <a:custGeom>
                <a:avLst/>
                <a:gdLst/>
                <a:ahLst/>
                <a:cxnLst/>
                <a:rect l="l" t="t" r="r" b="b"/>
                <a:pathLst>
                  <a:path w="8779" h="629" fill="none" extrusionOk="0">
                    <a:moveTo>
                      <a:pt x="1" y="0"/>
                    </a:moveTo>
                    <a:lnTo>
                      <a:pt x="8779" y="628"/>
                    </a:lnTo>
                  </a:path>
                </a:pathLst>
              </a:custGeom>
              <a:noFill/>
              <a:ln w="2857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04" name="Google Shape;2104;p30"/>
            <p:cNvGrpSpPr/>
            <p:nvPr/>
          </p:nvGrpSpPr>
          <p:grpSpPr>
            <a:xfrm>
              <a:off x="4095014" y="4295047"/>
              <a:ext cx="538913" cy="696042"/>
              <a:chOff x="4086298" y="4290102"/>
              <a:chExt cx="616535" cy="796296"/>
            </a:xfrm>
          </p:grpSpPr>
          <p:sp>
            <p:nvSpPr>
              <p:cNvPr id="2105" name="Google Shape;2105;p30"/>
              <p:cNvSpPr/>
              <p:nvPr/>
            </p:nvSpPr>
            <p:spPr>
              <a:xfrm>
                <a:off x="4086298" y="4651749"/>
                <a:ext cx="174129" cy="133458"/>
              </a:xfrm>
              <a:custGeom>
                <a:avLst/>
                <a:gdLst/>
                <a:ahLst/>
                <a:cxnLst/>
                <a:rect l="l" t="t" r="r" b="b"/>
                <a:pathLst>
                  <a:path w="2693" h="2064" extrusionOk="0">
                    <a:moveTo>
                      <a:pt x="1289" y="0"/>
                    </a:moveTo>
                    <a:cubicBezTo>
                      <a:pt x="635" y="0"/>
                      <a:pt x="88" y="392"/>
                      <a:pt x="52" y="917"/>
                    </a:cubicBezTo>
                    <a:cubicBezTo>
                      <a:pt x="1" y="1481"/>
                      <a:pt x="539" y="1993"/>
                      <a:pt x="1257" y="2057"/>
                    </a:cubicBezTo>
                    <a:cubicBezTo>
                      <a:pt x="1306" y="2062"/>
                      <a:pt x="1356" y="2064"/>
                      <a:pt x="1404" y="2064"/>
                    </a:cubicBezTo>
                    <a:cubicBezTo>
                      <a:pt x="2057" y="2064"/>
                      <a:pt x="2593" y="1672"/>
                      <a:pt x="2641" y="1147"/>
                    </a:cubicBezTo>
                    <a:cubicBezTo>
                      <a:pt x="2692" y="571"/>
                      <a:pt x="2154" y="58"/>
                      <a:pt x="1436" y="7"/>
                    </a:cubicBezTo>
                    <a:cubicBezTo>
                      <a:pt x="1387" y="3"/>
                      <a:pt x="1337" y="0"/>
                      <a:pt x="128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6" name="Google Shape;2106;p30"/>
              <p:cNvSpPr/>
              <p:nvPr/>
            </p:nvSpPr>
            <p:spPr>
              <a:xfrm>
                <a:off x="4086298" y="4647999"/>
                <a:ext cx="174129" cy="140959"/>
              </a:xfrm>
              <a:custGeom>
                <a:avLst/>
                <a:gdLst/>
                <a:ahLst/>
                <a:cxnLst/>
                <a:rect l="l" t="t" r="r" b="b"/>
                <a:pathLst>
                  <a:path w="2693" h="2180" fill="none" extrusionOk="0">
                    <a:moveTo>
                      <a:pt x="2641" y="1205"/>
                    </a:moveTo>
                    <a:cubicBezTo>
                      <a:pt x="2590" y="1769"/>
                      <a:pt x="1974" y="2179"/>
                      <a:pt x="1257" y="2115"/>
                    </a:cubicBezTo>
                    <a:cubicBezTo>
                      <a:pt x="539" y="2051"/>
                      <a:pt x="1" y="1539"/>
                      <a:pt x="52" y="975"/>
                    </a:cubicBezTo>
                    <a:cubicBezTo>
                      <a:pt x="91" y="411"/>
                      <a:pt x="719" y="1"/>
                      <a:pt x="1436" y="65"/>
                    </a:cubicBezTo>
                    <a:cubicBezTo>
                      <a:pt x="2154" y="116"/>
                      <a:pt x="2692" y="629"/>
                      <a:pt x="2641" y="1205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lt2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7" name="Google Shape;2107;p30"/>
              <p:cNvSpPr/>
              <p:nvPr/>
            </p:nvSpPr>
            <p:spPr>
              <a:xfrm>
                <a:off x="4368866" y="4949189"/>
                <a:ext cx="174065" cy="134169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075" extrusionOk="0">
                    <a:moveTo>
                      <a:pt x="1289" y="1"/>
                    </a:moveTo>
                    <a:cubicBezTo>
                      <a:pt x="636" y="1"/>
                      <a:pt x="100" y="393"/>
                      <a:pt x="52" y="930"/>
                    </a:cubicBezTo>
                    <a:cubicBezTo>
                      <a:pt x="1" y="1494"/>
                      <a:pt x="539" y="2006"/>
                      <a:pt x="1257" y="2070"/>
                    </a:cubicBezTo>
                    <a:cubicBezTo>
                      <a:pt x="1298" y="2073"/>
                      <a:pt x="1340" y="2075"/>
                      <a:pt x="1381" y="2075"/>
                    </a:cubicBezTo>
                    <a:cubicBezTo>
                      <a:pt x="2045" y="2075"/>
                      <a:pt x="2605" y="1691"/>
                      <a:pt x="2653" y="1148"/>
                    </a:cubicBezTo>
                    <a:cubicBezTo>
                      <a:pt x="2692" y="584"/>
                      <a:pt x="2154" y="71"/>
                      <a:pt x="1436" y="7"/>
                    </a:cubicBezTo>
                    <a:cubicBezTo>
                      <a:pt x="1386" y="3"/>
                      <a:pt x="1337" y="1"/>
                      <a:pt x="128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8" name="Google Shape;2108;p30"/>
              <p:cNvSpPr/>
              <p:nvPr/>
            </p:nvSpPr>
            <p:spPr>
              <a:xfrm>
                <a:off x="4368866" y="4945503"/>
                <a:ext cx="174065" cy="140894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179" fill="none" extrusionOk="0">
                    <a:moveTo>
                      <a:pt x="2653" y="1205"/>
                    </a:moveTo>
                    <a:cubicBezTo>
                      <a:pt x="2602" y="1781"/>
                      <a:pt x="1974" y="2179"/>
                      <a:pt x="1257" y="2127"/>
                    </a:cubicBezTo>
                    <a:cubicBezTo>
                      <a:pt x="539" y="2063"/>
                      <a:pt x="1" y="1551"/>
                      <a:pt x="52" y="987"/>
                    </a:cubicBezTo>
                    <a:cubicBezTo>
                      <a:pt x="103" y="410"/>
                      <a:pt x="718" y="0"/>
                      <a:pt x="1436" y="64"/>
                    </a:cubicBezTo>
                    <a:cubicBezTo>
                      <a:pt x="2154" y="128"/>
                      <a:pt x="2692" y="641"/>
                      <a:pt x="2653" y="1205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lt2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9" name="Google Shape;2109;p30"/>
              <p:cNvSpPr/>
              <p:nvPr/>
            </p:nvSpPr>
            <p:spPr>
              <a:xfrm>
                <a:off x="4252864" y="4290102"/>
                <a:ext cx="449969" cy="749086"/>
              </a:xfrm>
              <a:custGeom>
                <a:avLst/>
                <a:gdLst/>
                <a:ahLst/>
                <a:cxnLst/>
                <a:rect l="l" t="t" r="r" b="b"/>
                <a:pathLst>
                  <a:path w="6959" h="11585" fill="none" extrusionOk="0">
                    <a:moveTo>
                      <a:pt x="1" y="6984"/>
                    </a:moveTo>
                    <a:lnTo>
                      <a:pt x="2897" y="0"/>
                    </a:lnTo>
                    <a:lnTo>
                      <a:pt x="6959" y="4536"/>
                    </a:lnTo>
                    <a:lnTo>
                      <a:pt x="4383" y="11584"/>
                    </a:lnTo>
                  </a:path>
                </a:pathLst>
              </a:custGeom>
              <a:noFill/>
              <a:ln w="28575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0" name="Google Shape;2110;p30"/>
              <p:cNvSpPr/>
              <p:nvPr/>
            </p:nvSpPr>
            <p:spPr>
              <a:xfrm>
                <a:off x="4401196" y="4384506"/>
                <a:ext cx="262714" cy="303320"/>
              </a:xfrm>
              <a:custGeom>
                <a:avLst/>
                <a:gdLst/>
                <a:ahLst/>
                <a:cxnLst/>
                <a:rect l="l" t="t" r="r" b="b"/>
                <a:pathLst>
                  <a:path w="4063" h="4691" fill="none" extrusionOk="0">
                    <a:moveTo>
                      <a:pt x="0" y="1"/>
                    </a:moveTo>
                    <a:lnTo>
                      <a:pt x="4063" y="4691"/>
                    </a:lnTo>
                  </a:path>
                </a:pathLst>
              </a:custGeom>
              <a:noFill/>
              <a:ln w="28575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11" name="Google Shape;2111;p30"/>
            <p:cNvGrpSpPr/>
            <p:nvPr/>
          </p:nvGrpSpPr>
          <p:grpSpPr>
            <a:xfrm>
              <a:off x="-684325" y="4565830"/>
              <a:ext cx="538913" cy="696098"/>
              <a:chOff x="-1381427" y="4599887"/>
              <a:chExt cx="616535" cy="796360"/>
            </a:xfrm>
          </p:grpSpPr>
          <p:sp>
            <p:nvSpPr>
              <p:cNvPr id="2112" name="Google Shape;2112;p30"/>
              <p:cNvSpPr/>
              <p:nvPr/>
            </p:nvSpPr>
            <p:spPr>
              <a:xfrm>
                <a:off x="-1381427" y="4960888"/>
                <a:ext cx="174065" cy="134169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075" extrusionOk="0">
                    <a:moveTo>
                      <a:pt x="1314" y="1"/>
                    </a:moveTo>
                    <a:cubicBezTo>
                      <a:pt x="649" y="1"/>
                      <a:pt x="88" y="396"/>
                      <a:pt x="51" y="927"/>
                    </a:cubicBezTo>
                    <a:cubicBezTo>
                      <a:pt x="0" y="1491"/>
                      <a:pt x="538" y="2004"/>
                      <a:pt x="1256" y="2068"/>
                    </a:cubicBezTo>
                    <a:cubicBezTo>
                      <a:pt x="1306" y="2072"/>
                      <a:pt x="1355" y="2075"/>
                      <a:pt x="1403" y="2075"/>
                    </a:cubicBezTo>
                    <a:cubicBezTo>
                      <a:pt x="2056" y="2075"/>
                      <a:pt x="2592" y="1683"/>
                      <a:pt x="2640" y="1158"/>
                    </a:cubicBezTo>
                    <a:cubicBezTo>
                      <a:pt x="2691" y="581"/>
                      <a:pt x="2153" y="69"/>
                      <a:pt x="1435" y="5"/>
                    </a:cubicBezTo>
                    <a:cubicBezTo>
                      <a:pt x="1395" y="2"/>
                      <a:pt x="1354" y="1"/>
                      <a:pt x="131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3" name="Google Shape;2113;p30"/>
              <p:cNvSpPr/>
              <p:nvPr/>
            </p:nvSpPr>
            <p:spPr>
              <a:xfrm>
                <a:off x="-1381427" y="4957849"/>
                <a:ext cx="174065" cy="140959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180" fill="none" extrusionOk="0">
                    <a:moveTo>
                      <a:pt x="2640" y="1205"/>
                    </a:moveTo>
                    <a:cubicBezTo>
                      <a:pt x="2589" y="1769"/>
                      <a:pt x="1974" y="2179"/>
                      <a:pt x="1256" y="2115"/>
                    </a:cubicBezTo>
                    <a:cubicBezTo>
                      <a:pt x="538" y="2051"/>
                      <a:pt x="0" y="1538"/>
                      <a:pt x="51" y="974"/>
                    </a:cubicBezTo>
                    <a:cubicBezTo>
                      <a:pt x="90" y="411"/>
                      <a:pt x="718" y="1"/>
                      <a:pt x="1435" y="52"/>
                    </a:cubicBezTo>
                    <a:cubicBezTo>
                      <a:pt x="2153" y="116"/>
                      <a:pt x="2691" y="628"/>
                      <a:pt x="2640" y="1205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dk2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4" name="Google Shape;2114;p30"/>
              <p:cNvSpPr/>
              <p:nvPr/>
            </p:nvSpPr>
            <p:spPr>
              <a:xfrm>
                <a:off x="-1098925" y="5259039"/>
                <a:ext cx="174065" cy="134169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075" extrusionOk="0">
                    <a:moveTo>
                      <a:pt x="1289" y="0"/>
                    </a:moveTo>
                    <a:cubicBezTo>
                      <a:pt x="636" y="0"/>
                      <a:pt x="100" y="392"/>
                      <a:pt x="52" y="917"/>
                    </a:cubicBezTo>
                    <a:cubicBezTo>
                      <a:pt x="1" y="1493"/>
                      <a:pt x="539" y="2006"/>
                      <a:pt x="1257" y="2070"/>
                    </a:cubicBezTo>
                    <a:cubicBezTo>
                      <a:pt x="1297" y="2073"/>
                      <a:pt x="1338" y="2074"/>
                      <a:pt x="1378" y="2074"/>
                    </a:cubicBezTo>
                    <a:cubicBezTo>
                      <a:pt x="2044" y="2074"/>
                      <a:pt x="2605" y="1679"/>
                      <a:pt x="2653" y="1148"/>
                    </a:cubicBezTo>
                    <a:cubicBezTo>
                      <a:pt x="2692" y="584"/>
                      <a:pt x="2154" y="71"/>
                      <a:pt x="1436" y="7"/>
                    </a:cubicBezTo>
                    <a:cubicBezTo>
                      <a:pt x="1386" y="3"/>
                      <a:pt x="1337" y="0"/>
                      <a:pt x="128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5" name="Google Shape;2115;p30"/>
              <p:cNvSpPr/>
              <p:nvPr/>
            </p:nvSpPr>
            <p:spPr>
              <a:xfrm>
                <a:off x="-1098925" y="5255289"/>
                <a:ext cx="174065" cy="140959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180" fill="none" extrusionOk="0">
                    <a:moveTo>
                      <a:pt x="2653" y="1206"/>
                    </a:moveTo>
                    <a:cubicBezTo>
                      <a:pt x="2602" y="1769"/>
                      <a:pt x="1974" y="2179"/>
                      <a:pt x="1257" y="2128"/>
                    </a:cubicBezTo>
                    <a:cubicBezTo>
                      <a:pt x="539" y="2064"/>
                      <a:pt x="1" y="1551"/>
                      <a:pt x="52" y="975"/>
                    </a:cubicBezTo>
                    <a:cubicBezTo>
                      <a:pt x="103" y="411"/>
                      <a:pt x="718" y="1"/>
                      <a:pt x="1436" y="65"/>
                    </a:cubicBezTo>
                    <a:cubicBezTo>
                      <a:pt x="2154" y="129"/>
                      <a:pt x="2692" y="642"/>
                      <a:pt x="2653" y="1206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dk2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6" name="Google Shape;2116;p30"/>
              <p:cNvSpPr/>
              <p:nvPr/>
            </p:nvSpPr>
            <p:spPr>
              <a:xfrm>
                <a:off x="-1214926" y="4599887"/>
                <a:ext cx="450034" cy="748310"/>
              </a:xfrm>
              <a:custGeom>
                <a:avLst/>
                <a:gdLst/>
                <a:ahLst/>
                <a:cxnLst/>
                <a:rect l="l" t="t" r="r" b="b"/>
                <a:pathLst>
                  <a:path w="6960" h="11573" fill="none" extrusionOk="0">
                    <a:moveTo>
                      <a:pt x="1" y="6972"/>
                    </a:moveTo>
                    <a:lnTo>
                      <a:pt x="2897" y="1"/>
                    </a:lnTo>
                    <a:lnTo>
                      <a:pt x="6959" y="4537"/>
                    </a:lnTo>
                    <a:lnTo>
                      <a:pt x="4383" y="11572"/>
                    </a:lnTo>
                  </a:path>
                </a:pathLst>
              </a:custGeom>
              <a:noFill/>
              <a:ln w="2857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7" name="Google Shape;2117;p30"/>
              <p:cNvSpPr/>
              <p:nvPr/>
            </p:nvSpPr>
            <p:spPr>
              <a:xfrm>
                <a:off x="-1066594" y="4694357"/>
                <a:ext cx="262714" cy="303320"/>
              </a:xfrm>
              <a:custGeom>
                <a:avLst/>
                <a:gdLst/>
                <a:ahLst/>
                <a:cxnLst/>
                <a:rect l="l" t="t" r="r" b="b"/>
                <a:pathLst>
                  <a:path w="4063" h="4691" fill="none" extrusionOk="0">
                    <a:moveTo>
                      <a:pt x="1" y="1"/>
                    </a:moveTo>
                    <a:lnTo>
                      <a:pt x="4063" y="4691"/>
                    </a:lnTo>
                  </a:path>
                </a:pathLst>
              </a:custGeom>
              <a:noFill/>
              <a:ln w="2857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118" name="Google Shape;2118;p30"/>
          <p:cNvGrpSpPr/>
          <p:nvPr/>
        </p:nvGrpSpPr>
        <p:grpSpPr>
          <a:xfrm rot="-1017617">
            <a:off x="-1356713" y="-916074"/>
            <a:ext cx="3617640" cy="2877885"/>
            <a:chOff x="-1221177" y="-856963"/>
            <a:chExt cx="3089277" cy="2457565"/>
          </a:xfrm>
        </p:grpSpPr>
        <p:grpSp>
          <p:nvGrpSpPr>
            <p:cNvPr id="2119" name="Google Shape;2119;p30"/>
            <p:cNvGrpSpPr/>
            <p:nvPr/>
          </p:nvGrpSpPr>
          <p:grpSpPr>
            <a:xfrm>
              <a:off x="-1221177" y="-856963"/>
              <a:ext cx="3089277" cy="2457565"/>
              <a:chOff x="-1221177" y="-856963"/>
              <a:chExt cx="3089277" cy="2457565"/>
            </a:xfrm>
          </p:grpSpPr>
          <p:sp>
            <p:nvSpPr>
              <p:cNvPr id="2120" name="Google Shape;2120;p30"/>
              <p:cNvSpPr/>
              <p:nvPr/>
            </p:nvSpPr>
            <p:spPr>
              <a:xfrm>
                <a:off x="-1221177" y="-564373"/>
                <a:ext cx="3089277" cy="2164975"/>
              </a:xfrm>
              <a:custGeom>
                <a:avLst/>
                <a:gdLst/>
                <a:ahLst/>
                <a:cxnLst/>
                <a:rect l="l" t="t" r="r" b="b"/>
                <a:pathLst>
                  <a:path w="65482" h="45890" fill="none" extrusionOk="0">
                    <a:moveTo>
                      <a:pt x="0" y="40751"/>
                    </a:moveTo>
                    <a:cubicBezTo>
                      <a:pt x="18837" y="45889"/>
                      <a:pt x="46927" y="45492"/>
                      <a:pt x="60600" y="14866"/>
                    </a:cubicBezTo>
                    <a:cubicBezTo>
                      <a:pt x="63047" y="9381"/>
                      <a:pt x="65482" y="1"/>
                      <a:pt x="65482" y="1"/>
                    </a:cubicBezTo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1" name="Google Shape;2121;p30"/>
              <p:cNvSpPr/>
              <p:nvPr/>
            </p:nvSpPr>
            <p:spPr>
              <a:xfrm>
                <a:off x="-1050729" y="-637497"/>
                <a:ext cx="2826970" cy="2014998"/>
              </a:xfrm>
              <a:custGeom>
                <a:avLst/>
                <a:gdLst/>
                <a:ahLst/>
                <a:cxnLst/>
                <a:rect l="l" t="t" r="r" b="b"/>
                <a:pathLst>
                  <a:path w="59922" h="42711" fill="none" extrusionOk="0">
                    <a:moveTo>
                      <a:pt x="1" y="38610"/>
                    </a:moveTo>
                    <a:cubicBezTo>
                      <a:pt x="16980" y="42711"/>
                      <a:pt x="41814" y="41878"/>
                      <a:pt x="54885" y="14519"/>
                    </a:cubicBezTo>
                    <a:cubicBezTo>
                      <a:pt x="57474" y="9099"/>
                      <a:pt x="59921" y="0"/>
                      <a:pt x="59921" y="0"/>
                    </a:cubicBezTo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2" name="Google Shape;2122;p30"/>
              <p:cNvSpPr/>
              <p:nvPr/>
            </p:nvSpPr>
            <p:spPr>
              <a:xfrm>
                <a:off x="-880847" y="-710668"/>
                <a:ext cx="2564569" cy="1865729"/>
              </a:xfrm>
              <a:custGeom>
                <a:avLst/>
                <a:gdLst/>
                <a:ahLst/>
                <a:cxnLst/>
                <a:rect l="l" t="t" r="r" b="b"/>
                <a:pathLst>
                  <a:path w="54360" h="39547" fill="none" extrusionOk="0">
                    <a:moveTo>
                      <a:pt x="1" y="36483"/>
                    </a:moveTo>
                    <a:cubicBezTo>
                      <a:pt x="15134" y="39546"/>
                      <a:pt x="36817" y="38303"/>
                      <a:pt x="49195" y="14186"/>
                    </a:cubicBezTo>
                    <a:cubicBezTo>
                      <a:pt x="51938" y="8830"/>
                      <a:pt x="54360" y="1"/>
                      <a:pt x="54360" y="1"/>
                    </a:cubicBezTo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3" name="Google Shape;2123;p30"/>
              <p:cNvSpPr/>
              <p:nvPr/>
            </p:nvSpPr>
            <p:spPr>
              <a:xfrm>
                <a:off x="-710353" y="-783792"/>
                <a:ext cx="2302168" cy="1715751"/>
              </a:xfrm>
              <a:custGeom>
                <a:avLst/>
                <a:gdLst/>
                <a:ahLst/>
                <a:cxnLst/>
                <a:rect l="l" t="t" r="r" b="b"/>
                <a:pathLst>
                  <a:path w="48798" h="36368" fill="none" extrusionOk="0">
                    <a:moveTo>
                      <a:pt x="0" y="34356"/>
                    </a:moveTo>
                    <a:cubicBezTo>
                      <a:pt x="13276" y="36368"/>
                      <a:pt x="31883" y="34766"/>
                      <a:pt x="43480" y="13853"/>
                    </a:cubicBezTo>
                    <a:cubicBezTo>
                      <a:pt x="46401" y="8573"/>
                      <a:pt x="48798" y="0"/>
                      <a:pt x="48798" y="0"/>
                    </a:cubicBezTo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4" name="Google Shape;2124;p30"/>
              <p:cNvSpPr/>
              <p:nvPr/>
            </p:nvSpPr>
            <p:spPr>
              <a:xfrm>
                <a:off x="-540471" y="-856963"/>
                <a:ext cx="2040380" cy="1565868"/>
              </a:xfrm>
              <a:custGeom>
                <a:avLst/>
                <a:gdLst/>
                <a:ahLst/>
                <a:cxnLst/>
                <a:rect l="l" t="t" r="r" b="b"/>
                <a:pathLst>
                  <a:path w="43249" h="33191" fill="none" extrusionOk="0">
                    <a:moveTo>
                      <a:pt x="0" y="32229"/>
                    </a:moveTo>
                    <a:cubicBezTo>
                      <a:pt x="11431" y="33190"/>
                      <a:pt x="27051" y="31294"/>
                      <a:pt x="37777" y="13520"/>
                    </a:cubicBezTo>
                    <a:cubicBezTo>
                      <a:pt x="40904" y="8317"/>
                      <a:pt x="43249" y="1"/>
                      <a:pt x="43249" y="1"/>
                    </a:cubicBezTo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25" name="Google Shape;2125;p30"/>
            <p:cNvGrpSpPr/>
            <p:nvPr/>
          </p:nvGrpSpPr>
          <p:grpSpPr>
            <a:xfrm>
              <a:off x="828772" y="314668"/>
              <a:ext cx="416010" cy="486680"/>
              <a:chOff x="828772" y="314668"/>
              <a:chExt cx="416010" cy="486680"/>
            </a:xfrm>
          </p:grpSpPr>
          <p:sp>
            <p:nvSpPr>
              <p:cNvPr id="2126" name="Google Shape;2126;p30"/>
              <p:cNvSpPr/>
              <p:nvPr/>
            </p:nvSpPr>
            <p:spPr>
              <a:xfrm>
                <a:off x="828772" y="325849"/>
                <a:ext cx="182624" cy="180501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3826" extrusionOk="0">
                    <a:moveTo>
                      <a:pt x="2277" y="1"/>
                    </a:moveTo>
                    <a:cubicBezTo>
                      <a:pt x="1531" y="1"/>
                      <a:pt x="747" y="588"/>
                      <a:pt x="398" y="1455"/>
                    </a:cubicBezTo>
                    <a:cubicBezTo>
                      <a:pt x="1" y="2454"/>
                      <a:pt x="321" y="3454"/>
                      <a:pt x="1103" y="3748"/>
                    </a:cubicBezTo>
                    <a:cubicBezTo>
                      <a:pt x="1245" y="3800"/>
                      <a:pt x="1395" y="3825"/>
                      <a:pt x="1548" y="3825"/>
                    </a:cubicBezTo>
                    <a:cubicBezTo>
                      <a:pt x="2224" y="3825"/>
                      <a:pt x="2961" y="3340"/>
                      <a:pt x="3358" y="2557"/>
                    </a:cubicBezTo>
                    <a:cubicBezTo>
                      <a:pt x="3871" y="1544"/>
                      <a:pt x="3602" y="417"/>
                      <a:pt x="2743" y="83"/>
                    </a:cubicBezTo>
                    <a:cubicBezTo>
                      <a:pt x="2593" y="27"/>
                      <a:pt x="2436" y="1"/>
                      <a:pt x="227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7" name="Google Shape;2127;p30"/>
              <p:cNvSpPr/>
              <p:nvPr/>
            </p:nvSpPr>
            <p:spPr>
              <a:xfrm>
                <a:off x="828772" y="314668"/>
                <a:ext cx="182624" cy="201354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4268" fill="none" extrusionOk="0">
                    <a:moveTo>
                      <a:pt x="2743" y="320"/>
                    </a:moveTo>
                    <a:cubicBezTo>
                      <a:pt x="3602" y="654"/>
                      <a:pt x="3871" y="1781"/>
                      <a:pt x="3358" y="2794"/>
                    </a:cubicBezTo>
                    <a:cubicBezTo>
                      <a:pt x="2871" y="3755"/>
                      <a:pt x="1872" y="4267"/>
                      <a:pt x="1103" y="3985"/>
                    </a:cubicBezTo>
                    <a:cubicBezTo>
                      <a:pt x="321" y="3691"/>
                      <a:pt x="1" y="2691"/>
                      <a:pt x="398" y="1692"/>
                    </a:cubicBezTo>
                    <a:cubicBezTo>
                      <a:pt x="821" y="641"/>
                      <a:pt x="1885" y="0"/>
                      <a:pt x="2743" y="320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accent1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8" name="Google Shape;2128;p30"/>
              <p:cNvSpPr/>
              <p:nvPr/>
            </p:nvSpPr>
            <p:spPr>
              <a:xfrm>
                <a:off x="865664" y="494788"/>
                <a:ext cx="379118" cy="306559"/>
              </a:xfrm>
              <a:custGeom>
                <a:avLst/>
                <a:gdLst/>
                <a:ahLst/>
                <a:cxnLst/>
                <a:rect l="l" t="t" r="r" b="b"/>
                <a:pathLst>
                  <a:path w="8036" h="6498" fill="none" extrusionOk="0">
                    <a:moveTo>
                      <a:pt x="1" y="1"/>
                    </a:moveTo>
                    <a:lnTo>
                      <a:pt x="8035" y="6498"/>
                    </a:lnTo>
                  </a:path>
                </a:pathLst>
              </a:custGeom>
              <a:noFill/>
              <a:ln w="2857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29" name="Google Shape;2129;p30"/>
            <p:cNvGrpSpPr/>
            <p:nvPr/>
          </p:nvGrpSpPr>
          <p:grpSpPr>
            <a:xfrm>
              <a:off x="323987" y="610889"/>
              <a:ext cx="341044" cy="623914"/>
              <a:chOff x="323987" y="610889"/>
              <a:chExt cx="341044" cy="623914"/>
            </a:xfrm>
          </p:grpSpPr>
          <p:sp>
            <p:nvSpPr>
              <p:cNvPr id="2130" name="Google Shape;2130;p30"/>
              <p:cNvSpPr/>
              <p:nvPr/>
            </p:nvSpPr>
            <p:spPr>
              <a:xfrm>
                <a:off x="323987" y="1036281"/>
                <a:ext cx="204986" cy="187814"/>
              </a:xfrm>
              <a:custGeom>
                <a:avLst/>
                <a:gdLst/>
                <a:ahLst/>
                <a:cxnLst/>
                <a:rect l="l" t="t" r="r" b="b"/>
                <a:pathLst>
                  <a:path w="4345" h="3981" extrusionOk="0">
                    <a:moveTo>
                      <a:pt x="2671" y="0"/>
                    </a:moveTo>
                    <a:cubicBezTo>
                      <a:pt x="2077" y="0"/>
                      <a:pt x="1416" y="308"/>
                      <a:pt x="911" y="876"/>
                    </a:cubicBezTo>
                    <a:cubicBezTo>
                      <a:pt x="116" y="1760"/>
                      <a:pt x="1" y="2952"/>
                      <a:pt x="616" y="3580"/>
                    </a:cubicBezTo>
                    <a:cubicBezTo>
                      <a:pt x="879" y="3848"/>
                      <a:pt x="1237" y="3980"/>
                      <a:pt x="1629" y="3980"/>
                    </a:cubicBezTo>
                    <a:cubicBezTo>
                      <a:pt x="2154" y="3980"/>
                      <a:pt x="2738" y="3742"/>
                      <a:pt x="3230" y="3272"/>
                    </a:cubicBezTo>
                    <a:cubicBezTo>
                      <a:pt x="4127" y="2414"/>
                      <a:pt x="4345" y="1106"/>
                      <a:pt x="3679" y="402"/>
                    </a:cubicBezTo>
                    <a:cubicBezTo>
                      <a:pt x="3411" y="130"/>
                      <a:pt x="3055" y="0"/>
                      <a:pt x="267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1" name="Google Shape;2131;p30"/>
              <p:cNvSpPr/>
              <p:nvPr/>
            </p:nvSpPr>
            <p:spPr>
              <a:xfrm>
                <a:off x="323987" y="1022552"/>
                <a:ext cx="204986" cy="212252"/>
              </a:xfrm>
              <a:custGeom>
                <a:avLst/>
                <a:gdLst/>
                <a:ahLst/>
                <a:cxnLst/>
                <a:rect l="l" t="t" r="r" b="b"/>
                <a:pathLst>
                  <a:path w="4345" h="4499" fill="none" extrusionOk="0">
                    <a:moveTo>
                      <a:pt x="3679" y="693"/>
                    </a:moveTo>
                    <a:cubicBezTo>
                      <a:pt x="4345" y="1397"/>
                      <a:pt x="4127" y="2705"/>
                      <a:pt x="3230" y="3563"/>
                    </a:cubicBezTo>
                    <a:cubicBezTo>
                      <a:pt x="2371" y="4383"/>
                      <a:pt x="1231" y="4499"/>
                      <a:pt x="616" y="3871"/>
                    </a:cubicBezTo>
                    <a:cubicBezTo>
                      <a:pt x="1" y="3243"/>
                      <a:pt x="116" y="2051"/>
                      <a:pt x="911" y="1167"/>
                    </a:cubicBezTo>
                    <a:cubicBezTo>
                      <a:pt x="1744" y="231"/>
                      <a:pt x="2999" y="1"/>
                      <a:pt x="3679" y="693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dk2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2" name="Google Shape;2132;p30"/>
              <p:cNvSpPr/>
              <p:nvPr/>
            </p:nvSpPr>
            <p:spPr>
              <a:xfrm>
                <a:off x="386259" y="610889"/>
                <a:ext cx="278772" cy="473379"/>
              </a:xfrm>
              <a:custGeom>
                <a:avLst/>
                <a:gdLst/>
                <a:ahLst/>
                <a:cxnLst/>
                <a:rect l="l" t="t" r="r" b="b"/>
                <a:pathLst>
                  <a:path w="5909" h="10034" fill="none" extrusionOk="0">
                    <a:moveTo>
                      <a:pt x="2717" y="10034"/>
                    </a:moveTo>
                    <a:lnTo>
                      <a:pt x="1" y="0"/>
                    </a:lnTo>
                    <a:cubicBezTo>
                      <a:pt x="1" y="0"/>
                      <a:pt x="5908" y="3370"/>
                      <a:pt x="4588" y="5562"/>
                    </a:cubicBezTo>
                    <a:cubicBezTo>
                      <a:pt x="3973" y="6394"/>
                      <a:pt x="2807" y="4882"/>
                      <a:pt x="2807" y="4882"/>
                    </a:cubicBezTo>
                  </a:path>
                </a:pathLst>
              </a:custGeom>
              <a:noFill/>
              <a:ln w="2857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2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4" name="Google Shape;2134;p31"/>
          <p:cNvSpPr/>
          <p:nvPr/>
        </p:nvSpPr>
        <p:spPr>
          <a:xfrm rot="2005565">
            <a:off x="537745" y="-29040"/>
            <a:ext cx="8125737" cy="5510089"/>
          </a:xfrm>
          <a:custGeom>
            <a:avLst/>
            <a:gdLst/>
            <a:ahLst/>
            <a:cxnLst/>
            <a:rect l="l" t="t" r="r" b="b"/>
            <a:pathLst>
              <a:path w="197057" h="142526" extrusionOk="0">
                <a:moveTo>
                  <a:pt x="178150" y="100975"/>
                </a:moveTo>
                <a:cubicBezTo>
                  <a:pt x="175293" y="92768"/>
                  <a:pt x="176083" y="83740"/>
                  <a:pt x="177572" y="75199"/>
                </a:cubicBezTo>
                <a:cubicBezTo>
                  <a:pt x="179092" y="66628"/>
                  <a:pt x="181311" y="58087"/>
                  <a:pt x="181189" y="49393"/>
                </a:cubicBezTo>
                <a:cubicBezTo>
                  <a:pt x="181007" y="35199"/>
                  <a:pt x="174198" y="21186"/>
                  <a:pt x="163074" y="12341"/>
                </a:cubicBezTo>
                <a:cubicBezTo>
                  <a:pt x="151949" y="3496"/>
                  <a:pt x="136751" y="1"/>
                  <a:pt x="122891" y="3223"/>
                </a:cubicBezTo>
                <a:cubicBezTo>
                  <a:pt x="114167" y="5259"/>
                  <a:pt x="105930" y="9818"/>
                  <a:pt x="96963" y="10183"/>
                </a:cubicBezTo>
                <a:cubicBezTo>
                  <a:pt x="87723" y="10578"/>
                  <a:pt x="78969" y="6505"/>
                  <a:pt x="69911" y="4834"/>
                </a:cubicBezTo>
                <a:cubicBezTo>
                  <a:pt x="48360" y="882"/>
                  <a:pt x="25260" y="11703"/>
                  <a:pt x="13223" y="30001"/>
                </a:cubicBezTo>
                <a:cubicBezTo>
                  <a:pt x="1156" y="48299"/>
                  <a:pt x="1" y="72828"/>
                  <a:pt x="8846" y="92859"/>
                </a:cubicBezTo>
                <a:cubicBezTo>
                  <a:pt x="17661" y="112920"/>
                  <a:pt x="35746" y="128300"/>
                  <a:pt x="56446" y="135413"/>
                </a:cubicBezTo>
                <a:cubicBezTo>
                  <a:pt x="77175" y="142526"/>
                  <a:pt x="100215" y="141705"/>
                  <a:pt x="121006" y="134775"/>
                </a:cubicBezTo>
                <a:cubicBezTo>
                  <a:pt x="131189" y="131370"/>
                  <a:pt x="140885" y="126568"/>
                  <a:pt x="151219" y="123650"/>
                </a:cubicBezTo>
                <a:cubicBezTo>
                  <a:pt x="161554" y="120732"/>
                  <a:pt x="172952" y="119790"/>
                  <a:pt x="182800" y="124136"/>
                </a:cubicBezTo>
                <a:lnTo>
                  <a:pt x="197056" y="116628"/>
                </a:lnTo>
                <a:cubicBezTo>
                  <a:pt x="188363" y="116385"/>
                  <a:pt x="181007" y="109212"/>
                  <a:pt x="178150" y="100975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35" name="Google Shape;2135;p31"/>
          <p:cNvGrpSpPr/>
          <p:nvPr/>
        </p:nvGrpSpPr>
        <p:grpSpPr>
          <a:xfrm rot="1869449">
            <a:off x="6415553" y="-413197"/>
            <a:ext cx="4042356" cy="2363639"/>
            <a:chOff x="302500" y="1375325"/>
            <a:chExt cx="2796475" cy="1635150"/>
          </a:xfrm>
        </p:grpSpPr>
        <p:sp>
          <p:nvSpPr>
            <p:cNvPr id="2136" name="Google Shape;2136;p31"/>
            <p:cNvSpPr/>
            <p:nvPr/>
          </p:nvSpPr>
          <p:spPr>
            <a:xfrm>
              <a:off x="302500" y="1375325"/>
              <a:ext cx="2771800" cy="1298450"/>
            </a:xfrm>
            <a:custGeom>
              <a:avLst/>
              <a:gdLst/>
              <a:ahLst/>
              <a:cxnLst/>
              <a:rect l="l" t="t" r="r" b="b"/>
              <a:pathLst>
                <a:path w="110872" h="51938" fill="none" extrusionOk="0">
                  <a:moveTo>
                    <a:pt x="1" y="19556"/>
                  </a:moveTo>
                  <a:cubicBezTo>
                    <a:pt x="45082" y="1"/>
                    <a:pt x="69955" y="51937"/>
                    <a:pt x="110872" y="38393"/>
                  </a:cubicBezTo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7" name="Google Shape;2137;p31"/>
            <p:cNvSpPr/>
            <p:nvPr/>
          </p:nvSpPr>
          <p:spPr>
            <a:xfrm>
              <a:off x="345425" y="1584200"/>
              <a:ext cx="2734975" cy="1175100"/>
            </a:xfrm>
            <a:custGeom>
              <a:avLst/>
              <a:gdLst/>
              <a:ahLst/>
              <a:cxnLst/>
              <a:rect l="l" t="t" r="r" b="b"/>
              <a:pathLst>
                <a:path w="109399" h="47004" fill="none" extrusionOk="0">
                  <a:moveTo>
                    <a:pt x="1" y="17480"/>
                  </a:moveTo>
                  <a:cubicBezTo>
                    <a:pt x="44019" y="1"/>
                    <a:pt x="71967" y="47004"/>
                    <a:pt x="109398" y="32203"/>
                  </a:cubicBezTo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8" name="Google Shape;2138;p31"/>
            <p:cNvSpPr/>
            <p:nvPr/>
          </p:nvSpPr>
          <p:spPr>
            <a:xfrm>
              <a:off x="387725" y="1788275"/>
              <a:ext cx="2699075" cy="1055925"/>
            </a:xfrm>
            <a:custGeom>
              <a:avLst/>
              <a:gdLst/>
              <a:ahLst/>
              <a:cxnLst/>
              <a:rect l="l" t="t" r="r" b="b"/>
              <a:pathLst>
                <a:path w="107963" h="42237" fill="none" extrusionOk="0">
                  <a:moveTo>
                    <a:pt x="0" y="15660"/>
                  </a:moveTo>
                  <a:cubicBezTo>
                    <a:pt x="43134" y="1"/>
                    <a:pt x="73914" y="42237"/>
                    <a:pt x="107962" y="26219"/>
                  </a:cubicBezTo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9" name="Google Shape;2139;p31"/>
            <p:cNvSpPr/>
            <p:nvPr/>
          </p:nvSpPr>
          <p:spPr>
            <a:xfrm>
              <a:off x="432575" y="1989150"/>
              <a:ext cx="2660300" cy="938675"/>
            </a:xfrm>
            <a:custGeom>
              <a:avLst/>
              <a:gdLst/>
              <a:ahLst/>
              <a:cxnLst/>
              <a:rect l="l" t="t" r="r" b="b"/>
              <a:pathLst>
                <a:path w="106412" h="37547" fill="none" extrusionOk="0">
                  <a:moveTo>
                    <a:pt x="0" y="13993"/>
                  </a:moveTo>
                  <a:cubicBezTo>
                    <a:pt x="42352" y="0"/>
                    <a:pt x="75721" y="37546"/>
                    <a:pt x="106412" y="20349"/>
                  </a:cubicBezTo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0" name="Google Shape;2140;p31"/>
            <p:cNvSpPr/>
            <p:nvPr/>
          </p:nvSpPr>
          <p:spPr>
            <a:xfrm>
              <a:off x="476450" y="2184250"/>
              <a:ext cx="2622525" cy="826225"/>
            </a:xfrm>
            <a:custGeom>
              <a:avLst/>
              <a:gdLst/>
              <a:ahLst/>
              <a:cxnLst/>
              <a:rect l="l" t="t" r="r" b="b"/>
              <a:pathLst>
                <a:path w="104901" h="33049" fill="none" extrusionOk="0">
                  <a:moveTo>
                    <a:pt x="1" y="12622"/>
                  </a:moveTo>
                  <a:cubicBezTo>
                    <a:pt x="41763" y="0"/>
                    <a:pt x="77477" y="33048"/>
                    <a:pt x="104900" y="14724"/>
                  </a:cubicBezTo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1" name="Google Shape;2141;p31"/>
            <p:cNvSpPr/>
            <p:nvPr/>
          </p:nvSpPr>
          <p:spPr>
            <a:xfrm>
              <a:off x="302500" y="1864200"/>
              <a:ext cx="173975" cy="635625"/>
            </a:xfrm>
            <a:custGeom>
              <a:avLst/>
              <a:gdLst/>
              <a:ahLst/>
              <a:cxnLst/>
              <a:rect l="l" t="t" r="r" b="b"/>
              <a:pathLst>
                <a:path w="6959" h="25425" fill="none" extrusionOk="0">
                  <a:moveTo>
                    <a:pt x="1" y="1"/>
                  </a:moveTo>
                  <a:lnTo>
                    <a:pt x="6959" y="25424"/>
                  </a:ln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2" name="Google Shape;2142;p31"/>
            <p:cNvSpPr/>
            <p:nvPr/>
          </p:nvSpPr>
          <p:spPr>
            <a:xfrm>
              <a:off x="352475" y="1846575"/>
              <a:ext cx="174000" cy="635625"/>
            </a:xfrm>
            <a:custGeom>
              <a:avLst/>
              <a:gdLst/>
              <a:ahLst/>
              <a:cxnLst/>
              <a:rect l="l" t="t" r="r" b="b"/>
              <a:pathLst>
                <a:path w="6960" h="25425" fill="none" extrusionOk="0">
                  <a:moveTo>
                    <a:pt x="1" y="1"/>
                  </a:moveTo>
                  <a:lnTo>
                    <a:pt x="6959" y="25424"/>
                  </a:ln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43" name="Google Shape;2143;p31"/>
          <p:cNvGrpSpPr/>
          <p:nvPr/>
        </p:nvGrpSpPr>
        <p:grpSpPr>
          <a:xfrm rot="-393298">
            <a:off x="8032434" y="675252"/>
            <a:ext cx="913881" cy="616649"/>
            <a:chOff x="192771" y="3915943"/>
            <a:chExt cx="674372" cy="454968"/>
          </a:xfrm>
        </p:grpSpPr>
        <p:sp>
          <p:nvSpPr>
            <p:cNvPr id="2144" name="Google Shape;2144;p31"/>
            <p:cNvSpPr/>
            <p:nvPr/>
          </p:nvSpPr>
          <p:spPr>
            <a:xfrm rot="1144478">
              <a:off x="213405" y="4106019"/>
              <a:ext cx="222002" cy="145334"/>
            </a:xfrm>
            <a:custGeom>
              <a:avLst/>
              <a:gdLst/>
              <a:ahLst/>
              <a:cxnLst/>
              <a:rect l="l" t="t" r="r" b="b"/>
              <a:pathLst>
                <a:path w="5742" h="3759" extrusionOk="0">
                  <a:moveTo>
                    <a:pt x="2551" y="1"/>
                  </a:moveTo>
                  <a:cubicBezTo>
                    <a:pt x="1499" y="1"/>
                    <a:pt x="589" y="473"/>
                    <a:pt x="333" y="1239"/>
                  </a:cubicBezTo>
                  <a:cubicBezTo>
                    <a:pt x="0" y="2213"/>
                    <a:pt x="846" y="3277"/>
                    <a:pt x="2204" y="3635"/>
                  </a:cubicBezTo>
                  <a:cubicBezTo>
                    <a:pt x="2518" y="3719"/>
                    <a:pt x="2833" y="3759"/>
                    <a:pt x="3138" y="3759"/>
                  </a:cubicBezTo>
                  <a:cubicBezTo>
                    <a:pt x="4141" y="3759"/>
                    <a:pt x="5026" y="3328"/>
                    <a:pt x="5331" y="2610"/>
                  </a:cubicBezTo>
                  <a:cubicBezTo>
                    <a:pt x="5741" y="1649"/>
                    <a:pt x="4947" y="522"/>
                    <a:pt x="3537" y="137"/>
                  </a:cubicBezTo>
                  <a:cubicBezTo>
                    <a:pt x="3205" y="44"/>
                    <a:pt x="2871" y="1"/>
                    <a:pt x="25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5" name="Google Shape;2145;p31"/>
            <p:cNvSpPr/>
            <p:nvPr/>
          </p:nvSpPr>
          <p:spPr>
            <a:xfrm rot="1144478">
              <a:off x="213564" y="4095954"/>
              <a:ext cx="222002" cy="164549"/>
            </a:xfrm>
            <a:custGeom>
              <a:avLst/>
              <a:gdLst/>
              <a:ahLst/>
              <a:cxnLst/>
              <a:rect l="l" t="t" r="r" b="b"/>
              <a:pathLst>
                <a:path w="5742" h="4256" fill="none" extrusionOk="0">
                  <a:moveTo>
                    <a:pt x="5331" y="2871"/>
                  </a:moveTo>
                  <a:cubicBezTo>
                    <a:pt x="4934" y="3807"/>
                    <a:pt x="3550" y="4255"/>
                    <a:pt x="2204" y="3896"/>
                  </a:cubicBezTo>
                  <a:cubicBezTo>
                    <a:pt x="846" y="3538"/>
                    <a:pt x="0" y="2474"/>
                    <a:pt x="333" y="1500"/>
                  </a:cubicBezTo>
                  <a:cubicBezTo>
                    <a:pt x="667" y="501"/>
                    <a:pt x="2115" y="1"/>
                    <a:pt x="3537" y="398"/>
                  </a:cubicBezTo>
                  <a:cubicBezTo>
                    <a:pt x="4947" y="783"/>
                    <a:pt x="5741" y="1910"/>
                    <a:pt x="5331" y="2871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2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6" name="Google Shape;2146;p31"/>
            <p:cNvSpPr/>
            <p:nvPr/>
          </p:nvSpPr>
          <p:spPr>
            <a:xfrm rot="1144478">
              <a:off x="439909" y="3968516"/>
              <a:ext cx="380520" cy="349821"/>
            </a:xfrm>
            <a:custGeom>
              <a:avLst/>
              <a:gdLst/>
              <a:ahLst/>
              <a:cxnLst/>
              <a:rect l="l" t="t" r="r" b="b"/>
              <a:pathLst>
                <a:path w="9842" h="9048" fill="none" extrusionOk="0">
                  <a:moveTo>
                    <a:pt x="0" y="9047"/>
                  </a:moveTo>
                  <a:lnTo>
                    <a:pt x="9842" y="0"/>
                  </a:lnTo>
                </a:path>
              </a:pathLst>
            </a:custGeom>
            <a:noFill/>
            <a:ln w="2857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47" name="Google Shape;2147;p31"/>
          <p:cNvGrpSpPr/>
          <p:nvPr/>
        </p:nvGrpSpPr>
        <p:grpSpPr>
          <a:xfrm rot="699418">
            <a:off x="8661242" y="1848205"/>
            <a:ext cx="1110730" cy="471468"/>
            <a:chOff x="-1548595" y="5064988"/>
            <a:chExt cx="762313" cy="323577"/>
          </a:xfrm>
        </p:grpSpPr>
        <p:sp>
          <p:nvSpPr>
            <p:cNvPr id="2148" name="Google Shape;2148;p31"/>
            <p:cNvSpPr/>
            <p:nvPr/>
          </p:nvSpPr>
          <p:spPr>
            <a:xfrm>
              <a:off x="-1548595" y="5241217"/>
              <a:ext cx="155333" cy="82684"/>
            </a:xfrm>
            <a:custGeom>
              <a:avLst/>
              <a:gdLst/>
              <a:ahLst/>
              <a:cxnLst/>
              <a:rect l="l" t="t" r="r" b="b"/>
              <a:pathLst>
                <a:path w="4319" h="2299" extrusionOk="0">
                  <a:moveTo>
                    <a:pt x="2048" y="1"/>
                  </a:moveTo>
                  <a:cubicBezTo>
                    <a:pt x="1195" y="1"/>
                    <a:pt x="444" y="332"/>
                    <a:pt x="244" y="829"/>
                  </a:cubicBezTo>
                  <a:cubicBezTo>
                    <a:pt x="0" y="1444"/>
                    <a:pt x="666" y="2084"/>
                    <a:pt x="1717" y="2251"/>
                  </a:cubicBezTo>
                  <a:cubicBezTo>
                    <a:pt x="1907" y="2283"/>
                    <a:pt x="2096" y="2298"/>
                    <a:pt x="2281" y="2298"/>
                  </a:cubicBezTo>
                  <a:cubicBezTo>
                    <a:pt x="3130" y="2298"/>
                    <a:pt x="3875" y="1975"/>
                    <a:pt x="4075" y="1469"/>
                  </a:cubicBezTo>
                  <a:cubicBezTo>
                    <a:pt x="4319" y="867"/>
                    <a:pt x="3652" y="226"/>
                    <a:pt x="2601" y="47"/>
                  </a:cubicBezTo>
                  <a:cubicBezTo>
                    <a:pt x="2415" y="16"/>
                    <a:pt x="2229" y="1"/>
                    <a:pt x="20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" name="Google Shape;2149;p31"/>
            <p:cNvSpPr/>
            <p:nvPr/>
          </p:nvSpPr>
          <p:spPr>
            <a:xfrm>
              <a:off x="-1548595" y="5236433"/>
              <a:ext cx="155333" cy="92214"/>
            </a:xfrm>
            <a:custGeom>
              <a:avLst/>
              <a:gdLst/>
              <a:ahLst/>
              <a:cxnLst/>
              <a:rect l="l" t="t" r="r" b="b"/>
              <a:pathLst>
                <a:path w="4319" h="2564" fill="none" extrusionOk="0">
                  <a:moveTo>
                    <a:pt x="4075" y="1602"/>
                  </a:moveTo>
                  <a:cubicBezTo>
                    <a:pt x="3832" y="2217"/>
                    <a:pt x="2781" y="2563"/>
                    <a:pt x="1717" y="2384"/>
                  </a:cubicBezTo>
                  <a:cubicBezTo>
                    <a:pt x="666" y="2217"/>
                    <a:pt x="0" y="1577"/>
                    <a:pt x="244" y="962"/>
                  </a:cubicBezTo>
                  <a:cubicBezTo>
                    <a:pt x="487" y="359"/>
                    <a:pt x="1538" y="1"/>
                    <a:pt x="2601" y="180"/>
                  </a:cubicBezTo>
                  <a:cubicBezTo>
                    <a:pt x="3652" y="359"/>
                    <a:pt x="4319" y="1000"/>
                    <a:pt x="4075" y="1602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" name="Google Shape;2150;p31"/>
            <p:cNvSpPr/>
            <p:nvPr/>
          </p:nvSpPr>
          <p:spPr>
            <a:xfrm>
              <a:off x="-1200204" y="5301134"/>
              <a:ext cx="155836" cy="82684"/>
            </a:xfrm>
            <a:custGeom>
              <a:avLst/>
              <a:gdLst/>
              <a:ahLst/>
              <a:cxnLst/>
              <a:rect l="l" t="t" r="r" b="b"/>
              <a:pathLst>
                <a:path w="4333" h="2299" extrusionOk="0">
                  <a:moveTo>
                    <a:pt x="2062" y="1"/>
                  </a:moveTo>
                  <a:cubicBezTo>
                    <a:pt x="1208" y="1"/>
                    <a:pt x="458" y="332"/>
                    <a:pt x="257" y="828"/>
                  </a:cubicBezTo>
                  <a:cubicBezTo>
                    <a:pt x="1" y="1444"/>
                    <a:pt x="667" y="2084"/>
                    <a:pt x="1718" y="2251"/>
                  </a:cubicBezTo>
                  <a:cubicBezTo>
                    <a:pt x="1908" y="2283"/>
                    <a:pt x="2097" y="2298"/>
                    <a:pt x="2282" y="2298"/>
                  </a:cubicBezTo>
                  <a:cubicBezTo>
                    <a:pt x="3131" y="2298"/>
                    <a:pt x="3876" y="1975"/>
                    <a:pt x="4076" y="1469"/>
                  </a:cubicBezTo>
                  <a:cubicBezTo>
                    <a:pt x="4332" y="867"/>
                    <a:pt x="3666" y="226"/>
                    <a:pt x="2615" y="47"/>
                  </a:cubicBezTo>
                  <a:cubicBezTo>
                    <a:pt x="2429" y="15"/>
                    <a:pt x="2243" y="1"/>
                    <a:pt x="206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" name="Google Shape;2151;p31"/>
            <p:cNvSpPr/>
            <p:nvPr/>
          </p:nvSpPr>
          <p:spPr>
            <a:xfrm>
              <a:off x="-1200204" y="5296351"/>
              <a:ext cx="155836" cy="92214"/>
            </a:xfrm>
            <a:custGeom>
              <a:avLst/>
              <a:gdLst/>
              <a:ahLst/>
              <a:cxnLst/>
              <a:rect l="l" t="t" r="r" b="b"/>
              <a:pathLst>
                <a:path w="4333" h="2564" fill="none" extrusionOk="0">
                  <a:moveTo>
                    <a:pt x="4076" y="1602"/>
                  </a:moveTo>
                  <a:cubicBezTo>
                    <a:pt x="3832" y="2217"/>
                    <a:pt x="2782" y="2563"/>
                    <a:pt x="1718" y="2384"/>
                  </a:cubicBezTo>
                  <a:cubicBezTo>
                    <a:pt x="667" y="2217"/>
                    <a:pt x="1" y="1577"/>
                    <a:pt x="257" y="961"/>
                  </a:cubicBezTo>
                  <a:cubicBezTo>
                    <a:pt x="501" y="359"/>
                    <a:pt x="1551" y="0"/>
                    <a:pt x="2615" y="180"/>
                  </a:cubicBezTo>
                  <a:cubicBezTo>
                    <a:pt x="3666" y="359"/>
                    <a:pt x="4332" y="1000"/>
                    <a:pt x="4076" y="1602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2" name="Google Shape;2152;p31"/>
            <p:cNvSpPr/>
            <p:nvPr/>
          </p:nvSpPr>
          <p:spPr>
            <a:xfrm>
              <a:off x="-1409411" y="5064988"/>
              <a:ext cx="623130" cy="293151"/>
            </a:xfrm>
            <a:custGeom>
              <a:avLst/>
              <a:gdLst/>
              <a:ahLst/>
              <a:cxnLst/>
              <a:rect l="l" t="t" r="r" b="b"/>
              <a:pathLst>
                <a:path w="17326" h="8151" fill="none" extrusionOk="0">
                  <a:moveTo>
                    <a:pt x="0" y="6664"/>
                  </a:moveTo>
                  <a:lnTo>
                    <a:pt x="8329" y="1"/>
                  </a:lnTo>
                  <a:lnTo>
                    <a:pt x="17325" y="1449"/>
                  </a:lnTo>
                  <a:lnTo>
                    <a:pt x="9842" y="815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3" name="Google Shape;2153;p31"/>
            <p:cNvSpPr/>
            <p:nvPr/>
          </p:nvSpPr>
          <p:spPr>
            <a:xfrm>
              <a:off x="-1174381" y="5120302"/>
              <a:ext cx="321275" cy="56717"/>
            </a:xfrm>
            <a:custGeom>
              <a:avLst/>
              <a:gdLst/>
              <a:ahLst/>
              <a:cxnLst/>
              <a:rect l="l" t="t" r="r" b="b"/>
              <a:pathLst>
                <a:path w="8933" h="1577" fill="none" extrusionOk="0">
                  <a:moveTo>
                    <a:pt x="0" y="0"/>
                  </a:moveTo>
                  <a:lnTo>
                    <a:pt x="8932" y="1576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54" name="Google Shape;2154;p31"/>
          <p:cNvGrpSpPr/>
          <p:nvPr/>
        </p:nvGrpSpPr>
        <p:grpSpPr>
          <a:xfrm rot="-2192916">
            <a:off x="8775286" y="821547"/>
            <a:ext cx="1303942" cy="838817"/>
            <a:chOff x="-30260" y="4314762"/>
            <a:chExt cx="1135405" cy="730436"/>
          </a:xfrm>
        </p:grpSpPr>
        <p:sp>
          <p:nvSpPr>
            <p:cNvPr id="2155" name="Google Shape;2155;p31"/>
            <p:cNvSpPr/>
            <p:nvPr/>
          </p:nvSpPr>
          <p:spPr>
            <a:xfrm rot="1144483">
              <a:off x="-7255" y="4548563"/>
              <a:ext cx="197034" cy="152973"/>
            </a:xfrm>
            <a:custGeom>
              <a:avLst/>
              <a:gdLst/>
              <a:ahLst/>
              <a:cxnLst/>
              <a:rect l="l" t="t" r="r" b="b"/>
              <a:pathLst>
                <a:path w="4615" h="3583" extrusionOk="0">
                  <a:moveTo>
                    <a:pt x="1901" y="1"/>
                  </a:moveTo>
                  <a:cubicBezTo>
                    <a:pt x="1102" y="1"/>
                    <a:pt x="435" y="408"/>
                    <a:pt x="244" y="1086"/>
                  </a:cubicBezTo>
                  <a:cubicBezTo>
                    <a:pt x="1" y="1995"/>
                    <a:pt x="706" y="3046"/>
                    <a:pt x="1846" y="3431"/>
                  </a:cubicBezTo>
                  <a:cubicBezTo>
                    <a:pt x="2138" y="3533"/>
                    <a:pt x="2430" y="3582"/>
                    <a:pt x="2707" y="3582"/>
                  </a:cubicBezTo>
                  <a:cubicBezTo>
                    <a:pt x="3499" y="3582"/>
                    <a:pt x="4168" y="3182"/>
                    <a:pt x="4358" y="2508"/>
                  </a:cubicBezTo>
                  <a:cubicBezTo>
                    <a:pt x="4614" y="1598"/>
                    <a:pt x="3896" y="535"/>
                    <a:pt x="2756" y="150"/>
                  </a:cubicBezTo>
                  <a:cubicBezTo>
                    <a:pt x="2465" y="49"/>
                    <a:pt x="2175" y="1"/>
                    <a:pt x="19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" name="Google Shape;2156;p31"/>
            <p:cNvSpPr/>
            <p:nvPr/>
          </p:nvSpPr>
          <p:spPr>
            <a:xfrm rot="1144483">
              <a:off x="-7234" y="4537978"/>
              <a:ext cx="197034" cy="174022"/>
            </a:xfrm>
            <a:custGeom>
              <a:avLst/>
              <a:gdLst/>
              <a:ahLst/>
              <a:cxnLst/>
              <a:rect l="l" t="t" r="r" b="b"/>
              <a:pathLst>
                <a:path w="4615" h="4076" fill="none" extrusionOk="0">
                  <a:moveTo>
                    <a:pt x="4358" y="2756"/>
                  </a:moveTo>
                  <a:cubicBezTo>
                    <a:pt x="4101" y="3666"/>
                    <a:pt x="2974" y="4076"/>
                    <a:pt x="1846" y="3679"/>
                  </a:cubicBezTo>
                  <a:cubicBezTo>
                    <a:pt x="706" y="3294"/>
                    <a:pt x="1" y="2243"/>
                    <a:pt x="244" y="1334"/>
                  </a:cubicBezTo>
                  <a:cubicBezTo>
                    <a:pt x="501" y="424"/>
                    <a:pt x="1615" y="1"/>
                    <a:pt x="2756" y="398"/>
                  </a:cubicBezTo>
                  <a:cubicBezTo>
                    <a:pt x="3896" y="783"/>
                    <a:pt x="4614" y="1846"/>
                    <a:pt x="4358" y="2756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lt2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" name="Google Shape;2157;p31"/>
            <p:cNvSpPr/>
            <p:nvPr/>
          </p:nvSpPr>
          <p:spPr>
            <a:xfrm rot="1144483">
              <a:off x="433933" y="4773681"/>
              <a:ext cx="204121" cy="155663"/>
            </a:xfrm>
            <a:custGeom>
              <a:avLst/>
              <a:gdLst/>
              <a:ahLst/>
              <a:cxnLst/>
              <a:rect l="l" t="t" r="r" b="b"/>
              <a:pathLst>
                <a:path w="4781" h="3646" extrusionOk="0">
                  <a:moveTo>
                    <a:pt x="1981" y="0"/>
                  </a:moveTo>
                  <a:cubicBezTo>
                    <a:pt x="1156" y="0"/>
                    <a:pt x="457" y="410"/>
                    <a:pt x="257" y="1098"/>
                  </a:cubicBezTo>
                  <a:cubicBezTo>
                    <a:pt x="0" y="2020"/>
                    <a:pt x="731" y="3084"/>
                    <a:pt x="1910" y="3494"/>
                  </a:cubicBezTo>
                  <a:cubicBezTo>
                    <a:pt x="2211" y="3596"/>
                    <a:pt x="2513" y="3645"/>
                    <a:pt x="2800" y="3645"/>
                  </a:cubicBezTo>
                  <a:cubicBezTo>
                    <a:pt x="3624" y="3645"/>
                    <a:pt x="4324" y="3243"/>
                    <a:pt x="4524" y="2558"/>
                  </a:cubicBezTo>
                  <a:cubicBezTo>
                    <a:pt x="4780" y="1623"/>
                    <a:pt x="4037" y="547"/>
                    <a:pt x="2858" y="149"/>
                  </a:cubicBezTo>
                  <a:cubicBezTo>
                    <a:pt x="2561" y="48"/>
                    <a:pt x="2264" y="0"/>
                    <a:pt x="198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" name="Google Shape;2158;p31"/>
            <p:cNvSpPr/>
            <p:nvPr/>
          </p:nvSpPr>
          <p:spPr>
            <a:xfrm rot="1144483">
              <a:off x="433947" y="4763095"/>
              <a:ext cx="204121" cy="176754"/>
            </a:xfrm>
            <a:custGeom>
              <a:avLst/>
              <a:gdLst/>
              <a:ahLst/>
              <a:cxnLst/>
              <a:rect l="l" t="t" r="r" b="b"/>
              <a:pathLst>
                <a:path w="4781" h="4140" fill="none" extrusionOk="0">
                  <a:moveTo>
                    <a:pt x="4524" y="2806"/>
                  </a:moveTo>
                  <a:cubicBezTo>
                    <a:pt x="4255" y="3729"/>
                    <a:pt x="3076" y="4139"/>
                    <a:pt x="1910" y="3742"/>
                  </a:cubicBezTo>
                  <a:cubicBezTo>
                    <a:pt x="731" y="3332"/>
                    <a:pt x="0" y="2268"/>
                    <a:pt x="257" y="1346"/>
                  </a:cubicBezTo>
                  <a:cubicBezTo>
                    <a:pt x="526" y="423"/>
                    <a:pt x="1692" y="0"/>
                    <a:pt x="2858" y="397"/>
                  </a:cubicBezTo>
                  <a:cubicBezTo>
                    <a:pt x="4037" y="795"/>
                    <a:pt x="4780" y="1871"/>
                    <a:pt x="4524" y="2806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lt2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9" name="Google Shape;2159;p31"/>
            <p:cNvSpPr/>
            <p:nvPr/>
          </p:nvSpPr>
          <p:spPr>
            <a:xfrm rot="1144483">
              <a:off x="176442" y="4444991"/>
              <a:ext cx="875957" cy="469978"/>
            </a:xfrm>
            <a:custGeom>
              <a:avLst/>
              <a:gdLst/>
              <a:ahLst/>
              <a:cxnLst/>
              <a:rect l="l" t="t" r="r" b="b"/>
              <a:pathLst>
                <a:path w="20517" h="11008" fill="none" extrusionOk="0">
                  <a:moveTo>
                    <a:pt x="0" y="9560"/>
                  </a:moveTo>
                  <a:lnTo>
                    <a:pt x="9022" y="0"/>
                  </a:lnTo>
                  <a:lnTo>
                    <a:pt x="20516" y="1115"/>
                  </a:lnTo>
                  <a:lnTo>
                    <a:pt x="11790" y="11008"/>
                  </a:lnTo>
                </a:path>
              </a:pathLst>
            </a:custGeom>
            <a:noFill/>
            <a:ln w="285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0" name="Google Shape;2160;p31"/>
            <p:cNvSpPr/>
            <p:nvPr/>
          </p:nvSpPr>
          <p:spPr>
            <a:xfrm rot="1144483">
              <a:off x="533233" y="4562096"/>
              <a:ext cx="483170" cy="61352"/>
            </a:xfrm>
            <a:custGeom>
              <a:avLst/>
              <a:gdLst/>
              <a:ahLst/>
              <a:cxnLst/>
              <a:rect l="l" t="t" r="r" b="b"/>
              <a:pathLst>
                <a:path w="11317" h="1437" fill="none" extrusionOk="0">
                  <a:moveTo>
                    <a:pt x="1" y="1"/>
                  </a:moveTo>
                  <a:lnTo>
                    <a:pt x="11316" y="1436"/>
                  </a:lnTo>
                </a:path>
              </a:pathLst>
            </a:custGeom>
            <a:noFill/>
            <a:ln w="285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61" name="Google Shape;2161;p31"/>
          <p:cNvGrpSpPr/>
          <p:nvPr/>
        </p:nvGrpSpPr>
        <p:grpSpPr>
          <a:xfrm rot="-3104141">
            <a:off x="7603638" y="-57662"/>
            <a:ext cx="913950" cy="616636"/>
            <a:chOff x="192771" y="3915943"/>
            <a:chExt cx="674372" cy="454968"/>
          </a:xfrm>
        </p:grpSpPr>
        <p:sp>
          <p:nvSpPr>
            <p:cNvPr id="2162" name="Google Shape;2162;p31"/>
            <p:cNvSpPr/>
            <p:nvPr/>
          </p:nvSpPr>
          <p:spPr>
            <a:xfrm rot="1144478">
              <a:off x="213405" y="4106019"/>
              <a:ext cx="222002" cy="145334"/>
            </a:xfrm>
            <a:custGeom>
              <a:avLst/>
              <a:gdLst/>
              <a:ahLst/>
              <a:cxnLst/>
              <a:rect l="l" t="t" r="r" b="b"/>
              <a:pathLst>
                <a:path w="5742" h="3759" extrusionOk="0">
                  <a:moveTo>
                    <a:pt x="2551" y="1"/>
                  </a:moveTo>
                  <a:cubicBezTo>
                    <a:pt x="1499" y="1"/>
                    <a:pt x="589" y="473"/>
                    <a:pt x="333" y="1239"/>
                  </a:cubicBezTo>
                  <a:cubicBezTo>
                    <a:pt x="0" y="2213"/>
                    <a:pt x="846" y="3277"/>
                    <a:pt x="2204" y="3635"/>
                  </a:cubicBezTo>
                  <a:cubicBezTo>
                    <a:pt x="2518" y="3719"/>
                    <a:pt x="2833" y="3759"/>
                    <a:pt x="3138" y="3759"/>
                  </a:cubicBezTo>
                  <a:cubicBezTo>
                    <a:pt x="4141" y="3759"/>
                    <a:pt x="5026" y="3328"/>
                    <a:pt x="5331" y="2610"/>
                  </a:cubicBezTo>
                  <a:cubicBezTo>
                    <a:pt x="5741" y="1649"/>
                    <a:pt x="4947" y="522"/>
                    <a:pt x="3537" y="137"/>
                  </a:cubicBezTo>
                  <a:cubicBezTo>
                    <a:pt x="3205" y="44"/>
                    <a:pt x="2871" y="1"/>
                    <a:pt x="25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" name="Google Shape;2163;p31"/>
            <p:cNvSpPr/>
            <p:nvPr/>
          </p:nvSpPr>
          <p:spPr>
            <a:xfrm rot="1144478">
              <a:off x="213564" y="4095954"/>
              <a:ext cx="222002" cy="164549"/>
            </a:xfrm>
            <a:custGeom>
              <a:avLst/>
              <a:gdLst/>
              <a:ahLst/>
              <a:cxnLst/>
              <a:rect l="l" t="t" r="r" b="b"/>
              <a:pathLst>
                <a:path w="5742" h="4256" fill="none" extrusionOk="0">
                  <a:moveTo>
                    <a:pt x="5331" y="2871"/>
                  </a:moveTo>
                  <a:cubicBezTo>
                    <a:pt x="4934" y="3807"/>
                    <a:pt x="3550" y="4255"/>
                    <a:pt x="2204" y="3896"/>
                  </a:cubicBezTo>
                  <a:cubicBezTo>
                    <a:pt x="846" y="3538"/>
                    <a:pt x="0" y="2474"/>
                    <a:pt x="333" y="1500"/>
                  </a:cubicBezTo>
                  <a:cubicBezTo>
                    <a:pt x="667" y="501"/>
                    <a:pt x="2115" y="1"/>
                    <a:pt x="3537" y="398"/>
                  </a:cubicBezTo>
                  <a:cubicBezTo>
                    <a:pt x="4947" y="783"/>
                    <a:pt x="5741" y="1910"/>
                    <a:pt x="5331" y="2871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2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" name="Google Shape;2164;p31"/>
            <p:cNvSpPr/>
            <p:nvPr/>
          </p:nvSpPr>
          <p:spPr>
            <a:xfrm rot="1144478">
              <a:off x="439909" y="3968516"/>
              <a:ext cx="380520" cy="349821"/>
            </a:xfrm>
            <a:custGeom>
              <a:avLst/>
              <a:gdLst/>
              <a:ahLst/>
              <a:cxnLst/>
              <a:rect l="l" t="t" r="r" b="b"/>
              <a:pathLst>
                <a:path w="9842" h="9048" fill="none" extrusionOk="0">
                  <a:moveTo>
                    <a:pt x="0" y="9047"/>
                  </a:moveTo>
                  <a:lnTo>
                    <a:pt x="9842" y="0"/>
                  </a:lnTo>
                </a:path>
              </a:pathLst>
            </a:custGeom>
            <a:noFill/>
            <a:ln w="2857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65" name="Google Shape;2165;p31"/>
          <p:cNvGrpSpPr/>
          <p:nvPr/>
        </p:nvGrpSpPr>
        <p:grpSpPr>
          <a:xfrm rot="498188">
            <a:off x="6861227" y="-925276"/>
            <a:ext cx="694574" cy="1544585"/>
            <a:chOff x="442825" y="1623300"/>
            <a:chExt cx="489525" cy="1088600"/>
          </a:xfrm>
        </p:grpSpPr>
        <p:sp>
          <p:nvSpPr>
            <p:cNvPr id="2166" name="Google Shape;2166;p31"/>
            <p:cNvSpPr/>
            <p:nvPr/>
          </p:nvSpPr>
          <p:spPr>
            <a:xfrm>
              <a:off x="442825" y="1623300"/>
              <a:ext cx="489525" cy="1084100"/>
            </a:xfrm>
            <a:custGeom>
              <a:avLst/>
              <a:gdLst/>
              <a:ahLst/>
              <a:cxnLst/>
              <a:rect l="l" t="t" r="r" b="b"/>
              <a:pathLst>
                <a:path w="19581" h="43364" fill="none" extrusionOk="0">
                  <a:moveTo>
                    <a:pt x="12815" y="27705"/>
                  </a:moveTo>
                  <a:cubicBezTo>
                    <a:pt x="8189" y="29909"/>
                    <a:pt x="5869" y="21759"/>
                    <a:pt x="11662" y="19516"/>
                  </a:cubicBezTo>
                  <a:cubicBezTo>
                    <a:pt x="18389" y="16902"/>
                    <a:pt x="19581" y="27987"/>
                    <a:pt x="14378" y="31190"/>
                  </a:cubicBezTo>
                  <a:cubicBezTo>
                    <a:pt x="9176" y="34394"/>
                    <a:pt x="0" y="29332"/>
                    <a:pt x="6613" y="19158"/>
                  </a:cubicBezTo>
                  <a:cubicBezTo>
                    <a:pt x="10995" y="12430"/>
                    <a:pt x="12597" y="3498"/>
                    <a:pt x="7830" y="1000"/>
                  </a:cubicBezTo>
                  <a:cubicBezTo>
                    <a:pt x="5908" y="0"/>
                    <a:pt x="4268" y="8688"/>
                    <a:pt x="11598" y="23143"/>
                  </a:cubicBezTo>
                  <a:cubicBezTo>
                    <a:pt x="18940" y="37597"/>
                    <a:pt x="17505" y="42505"/>
                    <a:pt x="13238" y="43364"/>
                  </a:cubicBezTo>
                </a:path>
              </a:pathLst>
            </a:custGeom>
            <a:noFill/>
            <a:ln w="28575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7" name="Google Shape;2167;p31"/>
            <p:cNvSpPr/>
            <p:nvPr/>
          </p:nvSpPr>
          <p:spPr>
            <a:xfrm>
              <a:off x="678600" y="2571225"/>
              <a:ext cx="151250" cy="140675"/>
            </a:xfrm>
            <a:custGeom>
              <a:avLst/>
              <a:gdLst/>
              <a:ahLst/>
              <a:cxnLst/>
              <a:rect l="l" t="t" r="r" b="b"/>
              <a:pathLst>
                <a:path w="6050" h="5627" extrusionOk="0">
                  <a:moveTo>
                    <a:pt x="3025" y="1"/>
                  </a:moveTo>
                  <a:cubicBezTo>
                    <a:pt x="1359" y="1"/>
                    <a:pt x="1" y="1257"/>
                    <a:pt x="1" y="2807"/>
                  </a:cubicBezTo>
                  <a:cubicBezTo>
                    <a:pt x="1" y="4358"/>
                    <a:pt x="1359" y="5626"/>
                    <a:pt x="3025" y="5626"/>
                  </a:cubicBezTo>
                  <a:cubicBezTo>
                    <a:pt x="4691" y="5626"/>
                    <a:pt x="6049" y="4358"/>
                    <a:pt x="6049" y="2807"/>
                  </a:cubicBezTo>
                  <a:cubicBezTo>
                    <a:pt x="6049" y="1257"/>
                    <a:pt x="4691" y="1"/>
                    <a:pt x="302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" name="Google Shape;2168;p31"/>
            <p:cNvSpPr/>
            <p:nvPr/>
          </p:nvSpPr>
          <p:spPr>
            <a:xfrm>
              <a:off x="678600" y="2571225"/>
              <a:ext cx="151250" cy="140675"/>
            </a:xfrm>
            <a:custGeom>
              <a:avLst/>
              <a:gdLst/>
              <a:ahLst/>
              <a:cxnLst/>
              <a:rect l="l" t="t" r="r" b="b"/>
              <a:pathLst>
                <a:path w="6050" h="5627" fill="none" extrusionOk="0">
                  <a:moveTo>
                    <a:pt x="6049" y="2807"/>
                  </a:moveTo>
                  <a:cubicBezTo>
                    <a:pt x="6049" y="4358"/>
                    <a:pt x="4691" y="5626"/>
                    <a:pt x="3025" y="5626"/>
                  </a:cubicBezTo>
                  <a:cubicBezTo>
                    <a:pt x="1359" y="5626"/>
                    <a:pt x="1" y="4358"/>
                    <a:pt x="1" y="2807"/>
                  </a:cubicBezTo>
                  <a:cubicBezTo>
                    <a:pt x="1" y="1257"/>
                    <a:pt x="1359" y="1"/>
                    <a:pt x="3025" y="1"/>
                  </a:cubicBezTo>
                  <a:cubicBezTo>
                    <a:pt x="4691" y="1"/>
                    <a:pt x="6049" y="1257"/>
                    <a:pt x="6049" y="2807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accent3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69" name="Google Shape;2169;p31"/>
          <p:cNvGrpSpPr/>
          <p:nvPr/>
        </p:nvGrpSpPr>
        <p:grpSpPr>
          <a:xfrm rot="-8173174">
            <a:off x="-1535797" y="3656194"/>
            <a:ext cx="4225795" cy="2165735"/>
            <a:chOff x="-1459912" y="3884575"/>
            <a:chExt cx="4225775" cy="2165725"/>
          </a:xfrm>
        </p:grpSpPr>
        <p:sp>
          <p:nvSpPr>
            <p:cNvPr id="2170" name="Google Shape;2170;p31"/>
            <p:cNvSpPr/>
            <p:nvPr/>
          </p:nvSpPr>
          <p:spPr>
            <a:xfrm>
              <a:off x="-1459912" y="3889900"/>
              <a:ext cx="4225775" cy="2160400"/>
            </a:xfrm>
            <a:custGeom>
              <a:avLst/>
              <a:gdLst/>
              <a:ahLst/>
              <a:cxnLst/>
              <a:rect l="l" t="t" r="r" b="b"/>
              <a:pathLst>
                <a:path w="169031" h="86416" fill="none" extrusionOk="0">
                  <a:moveTo>
                    <a:pt x="0" y="10366"/>
                  </a:moveTo>
                  <a:cubicBezTo>
                    <a:pt x="15806" y="10335"/>
                    <a:pt x="31460" y="17630"/>
                    <a:pt x="41612" y="29697"/>
                  </a:cubicBezTo>
                  <a:cubicBezTo>
                    <a:pt x="50427" y="40184"/>
                    <a:pt x="54986" y="53558"/>
                    <a:pt x="62555" y="64987"/>
                  </a:cubicBezTo>
                  <a:cubicBezTo>
                    <a:pt x="70123" y="76385"/>
                    <a:pt x="82889" y="86416"/>
                    <a:pt x="96355" y="83893"/>
                  </a:cubicBezTo>
                  <a:cubicBezTo>
                    <a:pt x="105595" y="82191"/>
                    <a:pt x="112951" y="74804"/>
                    <a:pt x="117297" y="66476"/>
                  </a:cubicBezTo>
                  <a:cubicBezTo>
                    <a:pt x="121644" y="58117"/>
                    <a:pt x="123529" y="48755"/>
                    <a:pt x="125839" y="39667"/>
                  </a:cubicBezTo>
                  <a:cubicBezTo>
                    <a:pt x="128179" y="30549"/>
                    <a:pt x="131127" y="21308"/>
                    <a:pt x="137146" y="14074"/>
                  </a:cubicBezTo>
                  <a:cubicBezTo>
                    <a:pt x="144805" y="4925"/>
                    <a:pt x="157207" y="1"/>
                    <a:pt x="169031" y="1369"/>
                  </a:cubicBezTo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" name="Google Shape;2171;p31"/>
            <p:cNvSpPr/>
            <p:nvPr/>
          </p:nvSpPr>
          <p:spPr>
            <a:xfrm>
              <a:off x="-1327700" y="3884575"/>
              <a:ext cx="3961350" cy="2025125"/>
            </a:xfrm>
            <a:custGeom>
              <a:avLst/>
              <a:gdLst/>
              <a:ahLst/>
              <a:cxnLst/>
              <a:rect l="l" t="t" r="r" b="b"/>
              <a:pathLst>
                <a:path w="158454" h="81005" fill="none" extrusionOk="0">
                  <a:moveTo>
                    <a:pt x="0" y="9727"/>
                  </a:moveTo>
                  <a:cubicBezTo>
                    <a:pt x="14803" y="9697"/>
                    <a:pt x="29484" y="16536"/>
                    <a:pt x="39028" y="27843"/>
                  </a:cubicBezTo>
                  <a:cubicBezTo>
                    <a:pt x="47296" y="37661"/>
                    <a:pt x="51551" y="50214"/>
                    <a:pt x="58634" y="60914"/>
                  </a:cubicBezTo>
                  <a:cubicBezTo>
                    <a:pt x="65716" y="71613"/>
                    <a:pt x="77692" y="81005"/>
                    <a:pt x="90336" y="78665"/>
                  </a:cubicBezTo>
                  <a:cubicBezTo>
                    <a:pt x="98999" y="77054"/>
                    <a:pt x="105868" y="70123"/>
                    <a:pt x="109941" y="62312"/>
                  </a:cubicBezTo>
                  <a:cubicBezTo>
                    <a:pt x="114015" y="54500"/>
                    <a:pt x="115777" y="45716"/>
                    <a:pt x="117966" y="37175"/>
                  </a:cubicBezTo>
                  <a:cubicBezTo>
                    <a:pt x="120154" y="28633"/>
                    <a:pt x="122920" y="19971"/>
                    <a:pt x="128574" y="13223"/>
                  </a:cubicBezTo>
                  <a:cubicBezTo>
                    <a:pt x="135747" y="4621"/>
                    <a:pt x="147359" y="1"/>
                    <a:pt x="158453" y="1308"/>
                  </a:cubicBezTo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2" name="Google Shape;2172;p31"/>
            <p:cNvSpPr/>
            <p:nvPr/>
          </p:nvSpPr>
          <p:spPr>
            <a:xfrm>
              <a:off x="-1195475" y="3886100"/>
              <a:ext cx="3696900" cy="1890625"/>
            </a:xfrm>
            <a:custGeom>
              <a:avLst/>
              <a:gdLst/>
              <a:ahLst/>
              <a:cxnLst/>
              <a:rect l="l" t="t" r="r" b="b"/>
              <a:pathLst>
                <a:path w="147876" h="75625" fill="none" extrusionOk="0">
                  <a:moveTo>
                    <a:pt x="0" y="9089"/>
                  </a:moveTo>
                  <a:cubicBezTo>
                    <a:pt x="13830" y="9058"/>
                    <a:pt x="27508" y="15442"/>
                    <a:pt x="36414" y="26019"/>
                  </a:cubicBezTo>
                  <a:cubicBezTo>
                    <a:pt x="44135" y="35168"/>
                    <a:pt x="48086" y="46871"/>
                    <a:pt x="54712" y="56871"/>
                  </a:cubicBezTo>
                  <a:cubicBezTo>
                    <a:pt x="61339" y="66840"/>
                    <a:pt x="72524" y="75625"/>
                    <a:pt x="84287" y="73406"/>
                  </a:cubicBezTo>
                  <a:cubicBezTo>
                    <a:pt x="92373" y="71916"/>
                    <a:pt x="98817" y="65473"/>
                    <a:pt x="102616" y="58178"/>
                  </a:cubicBezTo>
                  <a:cubicBezTo>
                    <a:pt x="106415" y="50883"/>
                    <a:pt x="108057" y="42676"/>
                    <a:pt x="110093" y="34712"/>
                  </a:cubicBezTo>
                  <a:cubicBezTo>
                    <a:pt x="112130" y="26749"/>
                    <a:pt x="114713" y="18663"/>
                    <a:pt x="120002" y="12341"/>
                  </a:cubicBezTo>
                  <a:cubicBezTo>
                    <a:pt x="126659" y="4317"/>
                    <a:pt x="137510" y="1"/>
                    <a:pt x="147875" y="1216"/>
                  </a:cubicBezTo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3" name="Google Shape;2173;p31"/>
            <p:cNvSpPr/>
            <p:nvPr/>
          </p:nvSpPr>
          <p:spPr>
            <a:xfrm>
              <a:off x="-1063275" y="3888375"/>
              <a:ext cx="3432475" cy="1754625"/>
            </a:xfrm>
            <a:custGeom>
              <a:avLst/>
              <a:gdLst/>
              <a:ahLst/>
              <a:cxnLst/>
              <a:rect l="l" t="t" r="r" b="b"/>
              <a:pathLst>
                <a:path w="137299" h="70185" fill="none" extrusionOk="0">
                  <a:moveTo>
                    <a:pt x="1" y="8420"/>
                  </a:moveTo>
                  <a:cubicBezTo>
                    <a:pt x="12828" y="8420"/>
                    <a:pt x="25533" y="14317"/>
                    <a:pt x="33801" y="24135"/>
                  </a:cubicBezTo>
                  <a:cubicBezTo>
                    <a:pt x="40974" y="32646"/>
                    <a:pt x="44652" y="43497"/>
                    <a:pt x="50792" y="52767"/>
                  </a:cubicBezTo>
                  <a:cubicBezTo>
                    <a:pt x="56962" y="62038"/>
                    <a:pt x="67327" y="70184"/>
                    <a:pt x="78270" y="68148"/>
                  </a:cubicBezTo>
                  <a:cubicBezTo>
                    <a:pt x="85778" y="66749"/>
                    <a:pt x="91735" y="60762"/>
                    <a:pt x="95261" y="53983"/>
                  </a:cubicBezTo>
                  <a:cubicBezTo>
                    <a:pt x="98817" y="47205"/>
                    <a:pt x="100337" y="39606"/>
                    <a:pt x="102222" y="32220"/>
                  </a:cubicBezTo>
                  <a:cubicBezTo>
                    <a:pt x="104106" y="24804"/>
                    <a:pt x="106507" y="17296"/>
                    <a:pt x="111401" y="11429"/>
                  </a:cubicBezTo>
                  <a:cubicBezTo>
                    <a:pt x="117602" y="4013"/>
                    <a:pt x="127693" y="1"/>
                    <a:pt x="137298" y="1125"/>
                  </a:cubicBezTo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4" name="Google Shape;2174;p31"/>
            <p:cNvSpPr/>
            <p:nvPr/>
          </p:nvSpPr>
          <p:spPr>
            <a:xfrm>
              <a:off x="-931050" y="3889900"/>
              <a:ext cx="3168025" cy="1619350"/>
            </a:xfrm>
            <a:custGeom>
              <a:avLst/>
              <a:gdLst/>
              <a:ahLst/>
              <a:cxnLst/>
              <a:rect l="l" t="t" r="r" b="b"/>
              <a:pathLst>
                <a:path w="126721" h="64774" fill="none" extrusionOk="0">
                  <a:moveTo>
                    <a:pt x="1" y="7782"/>
                  </a:moveTo>
                  <a:cubicBezTo>
                    <a:pt x="11855" y="7782"/>
                    <a:pt x="23588" y="13223"/>
                    <a:pt x="31217" y="22280"/>
                  </a:cubicBezTo>
                  <a:cubicBezTo>
                    <a:pt x="37813" y="30123"/>
                    <a:pt x="41217" y="40153"/>
                    <a:pt x="46901" y="48725"/>
                  </a:cubicBezTo>
                  <a:cubicBezTo>
                    <a:pt x="52555" y="57296"/>
                    <a:pt x="62130" y="64774"/>
                    <a:pt x="72221" y="62919"/>
                  </a:cubicBezTo>
                  <a:cubicBezTo>
                    <a:pt x="79151" y="61612"/>
                    <a:pt x="84683" y="56080"/>
                    <a:pt x="87936" y="49849"/>
                  </a:cubicBezTo>
                  <a:cubicBezTo>
                    <a:pt x="91188" y="43588"/>
                    <a:pt x="92616" y="36566"/>
                    <a:pt x="94349" y="29758"/>
                  </a:cubicBezTo>
                  <a:cubicBezTo>
                    <a:pt x="96082" y="22919"/>
                    <a:pt x="98300" y="15989"/>
                    <a:pt x="102829" y="10578"/>
                  </a:cubicBezTo>
                  <a:cubicBezTo>
                    <a:pt x="108544" y="3709"/>
                    <a:pt x="117845" y="1"/>
                    <a:pt x="126720" y="1034"/>
                  </a:cubicBezTo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5" name="Google Shape;2175;p31"/>
            <p:cNvSpPr/>
            <p:nvPr/>
          </p:nvSpPr>
          <p:spPr>
            <a:xfrm>
              <a:off x="-842100" y="3889900"/>
              <a:ext cx="2956401" cy="1380172"/>
            </a:xfrm>
            <a:custGeom>
              <a:avLst/>
              <a:gdLst/>
              <a:ahLst/>
              <a:cxnLst/>
              <a:rect l="l" t="t" r="r" b="b"/>
              <a:pathLst>
                <a:path w="126721" h="64774" fill="none" extrusionOk="0">
                  <a:moveTo>
                    <a:pt x="1" y="7782"/>
                  </a:moveTo>
                  <a:cubicBezTo>
                    <a:pt x="11855" y="7782"/>
                    <a:pt x="23588" y="13223"/>
                    <a:pt x="31217" y="22280"/>
                  </a:cubicBezTo>
                  <a:cubicBezTo>
                    <a:pt x="37813" y="30123"/>
                    <a:pt x="41217" y="40153"/>
                    <a:pt x="46901" y="48725"/>
                  </a:cubicBezTo>
                  <a:cubicBezTo>
                    <a:pt x="52555" y="57296"/>
                    <a:pt x="62130" y="64774"/>
                    <a:pt x="72221" y="62919"/>
                  </a:cubicBezTo>
                  <a:cubicBezTo>
                    <a:pt x="79151" y="61612"/>
                    <a:pt x="84683" y="56080"/>
                    <a:pt x="87936" y="49849"/>
                  </a:cubicBezTo>
                  <a:cubicBezTo>
                    <a:pt x="91188" y="43588"/>
                    <a:pt x="92616" y="36566"/>
                    <a:pt x="94349" y="29758"/>
                  </a:cubicBezTo>
                  <a:cubicBezTo>
                    <a:pt x="96082" y="22919"/>
                    <a:pt x="98300" y="15989"/>
                    <a:pt x="102829" y="10578"/>
                  </a:cubicBezTo>
                  <a:cubicBezTo>
                    <a:pt x="108544" y="3709"/>
                    <a:pt x="117845" y="1"/>
                    <a:pt x="126720" y="1034"/>
                  </a:cubicBezTo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76" name="Google Shape;2176;p31"/>
          <p:cNvGrpSpPr/>
          <p:nvPr/>
        </p:nvGrpSpPr>
        <p:grpSpPr>
          <a:xfrm rot="3469588">
            <a:off x="1044922" y="4740971"/>
            <a:ext cx="538919" cy="592509"/>
            <a:chOff x="5118856" y="3486300"/>
            <a:chExt cx="516312" cy="567655"/>
          </a:xfrm>
        </p:grpSpPr>
        <p:sp>
          <p:nvSpPr>
            <p:cNvPr id="2177" name="Google Shape;2177;p31"/>
            <p:cNvSpPr/>
            <p:nvPr/>
          </p:nvSpPr>
          <p:spPr>
            <a:xfrm>
              <a:off x="5118856" y="3904138"/>
              <a:ext cx="198959" cy="143222"/>
            </a:xfrm>
            <a:custGeom>
              <a:avLst/>
              <a:gdLst/>
              <a:ahLst/>
              <a:cxnLst/>
              <a:rect l="l" t="t" r="r" b="b"/>
              <a:pathLst>
                <a:path w="3077" h="2215" extrusionOk="0">
                  <a:moveTo>
                    <a:pt x="1613" y="0"/>
                  </a:moveTo>
                  <a:cubicBezTo>
                    <a:pt x="1463" y="0"/>
                    <a:pt x="1308" y="20"/>
                    <a:pt x="1154" y="61"/>
                  </a:cubicBezTo>
                  <a:cubicBezTo>
                    <a:pt x="424" y="253"/>
                    <a:pt x="1" y="855"/>
                    <a:pt x="154" y="1406"/>
                  </a:cubicBezTo>
                  <a:cubicBezTo>
                    <a:pt x="298" y="1891"/>
                    <a:pt x="838" y="2215"/>
                    <a:pt x="1460" y="2215"/>
                  </a:cubicBezTo>
                  <a:cubicBezTo>
                    <a:pt x="1561" y="2215"/>
                    <a:pt x="1665" y="2206"/>
                    <a:pt x="1769" y="2188"/>
                  </a:cubicBezTo>
                  <a:cubicBezTo>
                    <a:pt x="2551" y="2047"/>
                    <a:pt x="3076" y="1419"/>
                    <a:pt x="2897" y="804"/>
                  </a:cubicBezTo>
                  <a:cubicBezTo>
                    <a:pt x="2753" y="312"/>
                    <a:pt x="2216" y="0"/>
                    <a:pt x="1613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8" name="Google Shape;2178;p31"/>
            <p:cNvSpPr/>
            <p:nvPr/>
          </p:nvSpPr>
          <p:spPr>
            <a:xfrm>
              <a:off x="5118856" y="3894762"/>
              <a:ext cx="198959" cy="159193"/>
            </a:xfrm>
            <a:custGeom>
              <a:avLst/>
              <a:gdLst/>
              <a:ahLst/>
              <a:cxnLst/>
              <a:rect l="l" t="t" r="r" b="b"/>
              <a:pathLst>
                <a:path w="3077" h="2462" fill="none" extrusionOk="0">
                  <a:moveTo>
                    <a:pt x="2897" y="949"/>
                  </a:moveTo>
                  <a:cubicBezTo>
                    <a:pt x="3076" y="1564"/>
                    <a:pt x="2551" y="2192"/>
                    <a:pt x="1769" y="2333"/>
                  </a:cubicBezTo>
                  <a:cubicBezTo>
                    <a:pt x="1026" y="2461"/>
                    <a:pt x="321" y="2115"/>
                    <a:pt x="154" y="1551"/>
                  </a:cubicBezTo>
                  <a:cubicBezTo>
                    <a:pt x="1" y="1000"/>
                    <a:pt x="424" y="398"/>
                    <a:pt x="1154" y="206"/>
                  </a:cubicBezTo>
                  <a:cubicBezTo>
                    <a:pt x="1923" y="1"/>
                    <a:pt x="2717" y="334"/>
                    <a:pt x="2897" y="949"/>
                  </a:cubicBezTo>
                  <a:close/>
                </a:path>
              </a:pathLst>
            </a:custGeom>
            <a:solidFill>
              <a:schemeClr val="lt2"/>
            </a:solidFill>
            <a:ln w="28575" cap="flat" cmpd="sng">
              <a:solidFill>
                <a:schemeClr val="lt2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9" name="Google Shape;2179;p31"/>
            <p:cNvSpPr/>
            <p:nvPr/>
          </p:nvSpPr>
          <p:spPr>
            <a:xfrm>
              <a:off x="5306114" y="3486300"/>
              <a:ext cx="329055" cy="550192"/>
            </a:xfrm>
            <a:custGeom>
              <a:avLst/>
              <a:gdLst/>
              <a:ahLst/>
              <a:cxnLst/>
              <a:rect l="l" t="t" r="r" b="b"/>
              <a:pathLst>
                <a:path w="5089" h="8509" fill="none" extrusionOk="0">
                  <a:moveTo>
                    <a:pt x="1" y="7740"/>
                  </a:moveTo>
                  <a:lnTo>
                    <a:pt x="3704" y="0"/>
                  </a:lnTo>
                  <a:cubicBezTo>
                    <a:pt x="3704" y="0"/>
                    <a:pt x="5088" y="8509"/>
                    <a:pt x="2295" y="5895"/>
                  </a:cubicBezTo>
                </a:path>
              </a:pathLst>
            </a:custGeom>
            <a:solidFill>
              <a:schemeClr val="lt2"/>
            </a:solidFill>
            <a:ln w="285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80" name="Google Shape;2180;p31"/>
          <p:cNvGrpSpPr/>
          <p:nvPr/>
        </p:nvGrpSpPr>
        <p:grpSpPr>
          <a:xfrm rot="-1739227">
            <a:off x="-577993" y="3678231"/>
            <a:ext cx="846041" cy="570057"/>
            <a:chOff x="897994" y="4240309"/>
            <a:chExt cx="967900" cy="652165"/>
          </a:xfrm>
        </p:grpSpPr>
        <p:sp>
          <p:nvSpPr>
            <p:cNvPr id="2181" name="Google Shape;2181;p31"/>
            <p:cNvSpPr/>
            <p:nvPr/>
          </p:nvSpPr>
          <p:spPr>
            <a:xfrm>
              <a:off x="897994" y="4634158"/>
              <a:ext cx="370437" cy="243057"/>
            </a:xfrm>
            <a:custGeom>
              <a:avLst/>
              <a:gdLst/>
              <a:ahLst/>
              <a:cxnLst/>
              <a:rect l="l" t="t" r="r" b="b"/>
              <a:pathLst>
                <a:path w="5729" h="3759" extrusionOk="0">
                  <a:moveTo>
                    <a:pt x="2551" y="1"/>
                  </a:moveTo>
                  <a:cubicBezTo>
                    <a:pt x="1500" y="1"/>
                    <a:pt x="589" y="473"/>
                    <a:pt x="334" y="1239"/>
                  </a:cubicBezTo>
                  <a:cubicBezTo>
                    <a:pt x="1" y="2213"/>
                    <a:pt x="847" y="3277"/>
                    <a:pt x="2205" y="3635"/>
                  </a:cubicBezTo>
                  <a:cubicBezTo>
                    <a:pt x="2518" y="3719"/>
                    <a:pt x="2834" y="3759"/>
                    <a:pt x="3139" y="3759"/>
                  </a:cubicBezTo>
                  <a:cubicBezTo>
                    <a:pt x="4142" y="3759"/>
                    <a:pt x="5027" y="3328"/>
                    <a:pt x="5332" y="2610"/>
                  </a:cubicBezTo>
                  <a:cubicBezTo>
                    <a:pt x="5729" y="1649"/>
                    <a:pt x="4947" y="522"/>
                    <a:pt x="3538" y="137"/>
                  </a:cubicBezTo>
                  <a:cubicBezTo>
                    <a:pt x="3205" y="44"/>
                    <a:pt x="2872" y="1"/>
                    <a:pt x="2551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2" name="Google Shape;2182;p31"/>
            <p:cNvSpPr/>
            <p:nvPr/>
          </p:nvSpPr>
          <p:spPr>
            <a:xfrm>
              <a:off x="897994" y="4617281"/>
              <a:ext cx="370437" cy="275193"/>
            </a:xfrm>
            <a:custGeom>
              <a:avLst/>
              <a:gdLst/>
              <a:ahLst/>
              <a:cxnLst/>
              <a:rect l="l" t="t" r="r" b="b"/>
              <a:pathLst>
                <a:path w="5729" h="4256" fill="none" extrusionOk="0">
                  <a:moveTo>
                    <a:pt x="5332" y="2871"/>
                  </a:moveTo>
                  <a:cubicBezTo>
                    <a:pt x="4934" y="3807"/>
                    <a:pt x="3550" y="4255"/>
                    <a:pt x="2205" y="3896"/>
                  </a:cubicBezTo>
                  <a:cubicBezTo>
                    <a:pt x="847" y="3538"/>
                    <a:pt x="1" y="2474"/>
                    <a:pt x="334" y="1500"/>
                  </a:cubicBezTo>
                  <a:cubicBezTo>
                    <a:pt x="667" y="501"/>
                    <a:pt x="2115" y="1"/>
                    <a:pt x="3538" y="398"/>
                  </a:cubicBezTo>
                  <a:cubicBezTo>
                    <a:pt x="4947" y="783"/>
                    <a:pt x="5729" y="1910"/>
                    <a:pt x="5332" y="2871"/>
                  </a:cubicBezTo>
                  <a:close/>
                </a:path>
              </a:pathLst>
            </a:custGeom>
            <a:solidFill>
              <a:schemeClr val="accent1"/>
            </a:solidFill>
            <a:ln w="28575" cap="flat" cmpd="sng">
              <a:solidFill>
                <a:schemeClr val="accent1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3" name="Google Shape;2183;p31"/>
            <p:cNvSpPr/>
            <p:nvPr/>
          </p:nvSpPr>
          <p:spPr>
            <a:xfrm>
              <a:off x="1109306" y="4705155"/>
              <a:ext cx="71320" cy="49788"/>
            </a:xfrm>
            <a:custGeom>
              <a:avLst/>
              <a:gdLst/>
              <a:ahLst/>
              <a:cxnLst/>
              <a:rect l="l" t="t" r="r" b="b"/>
              <a:pathLst>
                <a:path w="1103" h="770" fill="none" extrusionOk="0">
                  <a:moveTo>
                    <a:pt x="0" y="0"/>
                  </a:moveTo>
                  <a:cubicBezTo>
                    <a:pt x="628" y="180"/>
                    <a:pt x="987" y="513"/>
                    <a:pt x="1103" y="769"/>
                  </a:cubicBezTo>
                </a:path>
              </a:pathLst>
            </a:custGeom>
            <a:solidFill>
              <a:schemeClr val="accent1"/>
            </a:solidFill>
            <a:ln w="28575" cap="rnd" cmpd="sng">
              <a:solidFill>
                <a:schemeClr val="accent1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4" name="Google Shape;2184;p31"/>
            <p:cNvSpPr/>
            <p:nvPr/>
          </p:nvSpPr>
          <p:spPr>
            <a:xfrm>
              <a:off x="994145" y="4698495"/>
              <a:ext cx="65501" cy="19980"/>
            </a:xfrm>
            <a:custGeom>
              <a:avLst/>
              <a:gdLst/>
              <a:ahLst/>
              <a:cxnLst/>
              <a:rect l="l" t="t" r="r" b="b"/>
              <a:pathLst>
                <a:path w="1013" h="309" fill="none" extrusionOk="0">
                  <a:moveTo>
                    <a:pt x="0" y="308"/>
                  </a:moveTo>
                  <a:cubicBezTo>
                    <a:pt x="218" y="142"/>
                    <a:pt x="564" y="14"/>
                    <a:pt x="1013" y="1"/>
                  </a:cubicBezTo>
                </a:path>
              </a:pathLst>
            </a:custGeom>
            <a:solidFill>
              <a:schemeClr val="accent1"/>
            </a:solidFill>
            <a:ln w="28575" cap="rnd" cmpd="sng">
              <a:solidFill>
                <a:schemeClr val="accent1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5" name="Google Shape;2185;p31"/>
            <p:cNvSpPr/>
            <p:nvPr/>
          </p:nvSpPr>
          <p:spPr>
            <a:xfrm>
              <a:off x="1228605" y="4240309"/>
              <a:ext cx="637289" cy="585044"/>
            </a:xfrm>
            <a:custGeom>
              <a:avLst/>
              <a:gdLst/>
              <a:ahLst/>
              <a:cxnLst/>
              <a:rect l="l" t="t" r="r" b="b"/>
              <a:pathLst>
                <a:path w="9856" h="9048" fill="none" extrusionOk="0">
                  <a:moveTo>
                    <a:pt x="1" y="9047"/>
                  </a:moveTo>
                  <a:lnTo>
                    <a:pt x="9855" y="0"/>
                  </a:lnTo>
                </a:path>
              </a:pathLst>
            </a:custGeom>
            <a:solidFill>
              <a:schemeClr val="accent1"/>
            </a:solidFill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86" name="Google Shape;2186;p31"/>
          <p:cNvGrpSpPr/>
          <p:nvPr/>
        </p:nvGrpSpPr>
        <p:grpSpPr>
          <a:xfrm rot="-260996">
            <a:off x="164206" y="3546598"/>
            <a:ext cx="1389219" cy="676555"/>
            <a:chOff x="1698430" y="4498823"/>
            <a:chExt cx="1589281" cy="773986"/>
          </a:xfrm>
        </p:grpSpPr>
        <p:sp>
          <p:nvSpPr>
            <p:cNvPr id="2187" name="Google Shape;2187;p31"/>
            <p:cNvSpPr/>
            <p:nvPr/>
          </p:nvSpPr>
          <p:spPr>
            <a:xfrm>
              <a:off x="1698430" y="4919182"/>
              <a:ext cx="299182" cy="231677"/>
            </a:xfrm>
            <a:custGeom>
              <a:avLst/>
              <a:gdLst/>
              <a:ahLst/>
              <a:cxnLst/>
              <a:rect l="l" t="t" r="r" b="b"/>
              <a:pathLst>
                <a:path w="4627" h="3583" extrusionOk="0">
                  <a:moveTo>
                    <a:pt x="1912" y="1"/>
                  </a:moveTo>
                  <a:cubicBezTo>
                    <a:pt x="1110" y="1"/>
                    <a:pt x="438" y="408"/>
                    <a:pt x="257" y="1086"/>
                  </a:cubicBezTo>
                  <a:cubicBezTo>
                    <a:pt x="1" y="1995"/>
                    <a:pt x="718" y="3046"/>
                    <a:pt x="1846" y="3431"/>
                  </a:cubicBezTo>
                  <a:cubicBezTo>
                    <a:pt x="2141" y="3533"/>
                    <a:pt x="2435" y="3582"/>
                    <a:pt x="2714" y="3582"/>
                  </a:cubicBezTo>
                  <a:cubicBezTo>
                    <a:pt x="3512" y="3582"/>
                    <a:pt x="4180" y="3182"/>
                    <a:pt x="4370" y="2508"/>
                  </a:cubicBezTo>
                  <a:cubicBezTo>
                    <a:pt x="4627" y="1598"/>
                    <a:pt x="3909" y="535"/>
                    <a:pt x="2768" y="150"/>
                  </a:cubicBezTo>
                  <a:cubicBezTo>
                    <a:pt x="2477" y="49"/>
                    <a:pt x="2187" y="1"/>
                    <a:pt x="1912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8" name="Google Shape;2188;p31"/>
            <p:cNvSpPr/>
            <p:nvPr/>
          </p:nvSpPr>
          <p:spPr>
            <a:xfrm>
              <a:off x="1698430" y="4903146"/>
              <a:ext cx="299182" cy="263554"/>
            </a:xfrm>
            <a:custGeom>
              <a:avLst/>
              <a:gdLst/>
              <a:ahLst/>
              <a:cxnLst/>
              <a:rect l="l" t="t" r="r" b="b"/>
              <a:pathLst>
                <a:path w="4627" h="4076" fill="none" extrusionOk="0">
                  <a:moveTo>
                    <a:pt x="4370" y="2756"/>
                  </a:moveTo>
                  <a:cubicBezTo>
                    <a:pt x="4114" y="3666"/>
                    <a:pt x="2986" y="4076"/>
                    <a:pt x="1846" y="3679"/>
                  </a:cubicBezTo>
                  <a:cubicBezTo>
                    <a:pt x="718" y="3294"/>
                    <a:pt x="1" y="2243"/>
                    <a:pt x="257" y="1334"/>
                  </a:cubicBezTo>
                  <a:cubicBezTo>
                    <a:pt x="500" y="424"/>
                    <a:pt x="1628" y="1"/>
                    <a:pt x="2768" y="398"/>
                  </a:cubicBezTo>
                  <a:cubicBezTo>
                    <a:pt x="3909" y="783"/>
                    <a:pt x="4627" y="1846"/>
                    <a:pt x="4370" y="2756"/>
                  </a:cubicBezTo>
                  <a:close/>
                </a:path>
              </a:pathLst>
            </a:custGeom>
            <a:solidFill>
              <a:schemeClr val="lt2"/>
            </a:solidFill>
            <a:ln w="28575" cap="flat" cmpd="sng">
              <a:solidFill>
                <a:schemeClr val="lt2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9" name="Google Shape;2189;p31"/>
            <p:cNvSpPr/>
            <p:nvPr/>
          </p:nvSpPr>
          <p:spPr>
            <a:xfrm>
              <a:off x="1883231" y="5003435"/>
              <a:ext cx="33171" cy="38990"/>
            </a:xfrm>
            <a:custGeom>
              <a:avLst/>
              <a:gdLst/>
              <a:ahLst/>
              <a:cxnLst/>
              <a:rect l="l" t="t" r="r" b="b"/>
              <a:pathLst>
                <a:path w="513" h="603" fill="none" extrusionOk="0">
                  <a:moveTo>
                    <a:pt x="0" y="0"/>
                  </a:moveTo>
                  <a:cubicBezTo>
                    <a:pt x="256" y="180"/>
                    <a:pt x="436" y="398"/>
                    <a:pt x="513" y="603"/>
                  </a:cubicBezTo>
                </a:path>
              </a:pathLst>
            </a:custGeom>
            <a:solidFill>
              <a:schemeClr val="lt2"/>
            </a:solidFill>
            <a:ln w="28575" cap="rnd" cmpd="sng">
              <a:solidFill>
                <a:schemeClr val="lt2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0" name="Google Shape;2190;p31"/>
            <p:cNvSpPr/>
            <p:nvPr/>
          </p:nvSpPr>
          <p:spPr>
            <a:xfrm>
              <a:off x="1777122" y="4983520"/>
              <a:ext cx="68863" cy="23278"/>
            </a:xfrm>
            <a:custGeom>
              <a:avLst/>
              <a:gdLst/>
              <a:ahLst/>
              <a:cxnLst/>
              <a:rect l="l" t="t" r="r" b="b"/>
              <a:pathLst>
                <a:path w="1065" h="360" fill="none" extrusionOk="0">
                  <a:moveTo>
                    <a:pt x="1" y="360"/>
                  </a:moveTo>
                  <a:cubicBezTo>
                    <a:pt x="78" y="103"/>
                    <a:pt x="411" y="14"/>
                    <a:pt x="667" y="14"/>
                  </a:cubicBezTo>
                  <a:cubicBezTo>
                    <a:pt x="795" y="1"/>
                    <a:pt x="936" y="26"/>
                    <a:pt x="1065" y="52"/>
                  </a:cubicBezTo>
                </a:path>
              </a:pathLst>
            </a:custGeom>
            <a:solidFill>
              <a:schemeClr val="lt2"/>
            </a:solidFill>
            <a:ln w="28575" cap="rnd" cmpd="sng">
              <a:solidFill>
                <a:schemeClr val="lt2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1" name="Google Shape;2191;p31"/>
            <p:cNvSpPr/>
            <p:nvPr/>
          </p:nvSpPr>
          <p:spPr>
            <a:xfrm>
              <a:off x="2442482" y="5021152"/>
              <a:ext cx="309139" cy="235750"/>
            </a:xfrm>
            <a:custGeom>
              <a:avLst/>
              <a:gdLst/>
              <a:ahLst/>
              <a:cxnLst/>
              <a:rect l="l" t="t" r="r" b="b"/>
              <a:pathLst>
                <a:path w="4781" h="3646" extrusionOk="0">
                  <a:moveTo>
                    <a:pt x="1976" y="0"/>
                  </a:moveTo>
                  <a:cubicBezTo>
                    <a:pt x="1149" y="0"/>
                    <a:pt x="458" y="410"/>
                    <a:pt x="257" y="1098"/>
                  </a:cubicBezTo>
                  <a:cubicBezTo>
                    <a:pt x="1" y="2020"/>
                    <a:pt x="731" y="3084"/>
                    <a:pt x="1897" y="3494"/>
                  </a:cubicBezTo>
                  <a:cubicBezTo>
                    <a:pt x="2202" y="3596"/>
                    <a:pt x="2505" y="3645"/>
                    <a:pt x="2793" y="3645"/>
                  </a:cubicBezTo>
                  <a:cubicBezTo>
                    <a:pt x="3619" y="3645"/>
                    <a:pt x="4312" y="3243"/>
                    <a:pt x="4512" y="2558"/>
                  </a:cubicBezTo>
                  <a:cubicBezTo>
                    <a:pt x="4781" y="1623"/>
                    <a:pt x="4038" y="547"/>
                    <a:pt x="2859" y="149"/>
                  </a:cubicBezTo>
                  <a:cubicBezTo>
                    <a:pt x="2558" y="48"/>
                    <a:pt x="2259" y="0"/>
                    <a:pt x="1976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2" name="Google Shape;2192;p31"/>
            <p:cNvSpPr/>
            <p:nvPr/>
          </p:nvSpPr>
          <p:spPr>
            <a:xfrm>
              <a:off x="2442482" y="5005116"/>
              <a:ext cx="309139" cy="267692"/>
            </a:xfrm>
            <a:custGeom>
              <a:avLst/>
              <a:gdLst/>
              <a:ahLst/>
              <a:cxnLst/>
              <a:rect l="l" t="t" r="r" b="b"/>
              <a:pathLst>
                <a:path w="4781" h="4140" fill="none" extrusionOk="0">
                  <a:moveTo>
                    <a:pt x="4512" y="2806"/>
                  </a:moveTo>
                  <a:cubicBezTo>
                    <a:pt x="4243" y="3729"/>
                    <a:pt x="3076" y="4139"/>
                    <a:pt x="1897" y="3742"/>
                  </a:cubicBezTo>
                  <a:cubicBezTo>
                    <a:pt x="731" y="3332"/>
                    <a:pt x="1" y="2268"/>
                    <a:pt x="257" y="1346"/>
                  </a:cubicBezTo>
                  <a:cubicBezTo>
                    <a:pt x="526" y="423"/>
                    <a:pt x="1680" y="0"/>
                    <a:pt x="2859" y="397"/>
                  </a:cubicBezTo>
                  <a:cubicBezTo>
                    <a:pt x="4038" y="795"/>
                    <a:pt x="4781" y="1871"/>
                    <a:pt x="4512" y="2806"/>
                  </a:cubicBezTo>
                  <a:close/>
                </a:path>
              </a:pathLst>
            </a:custGeom>
            <a:solidFill>
              <a:schemeClr val="lt2"/>
            </a:solidFill>
            <a:ln w="28575" cap="flat" cmpd="sng">
              <a:solidFill>
                <a:schemeClr val="lt2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3" name="Google Shape;2193;p31"/>
            <p:cNvSpPr/>
            <p:nvPr/>
          </p:nvSpPr>
          <p:spPr>
            <a:xfrm>
              <a:off x="2628123" y="5102043"/>
              <a:ext cx="40671" cy="41447"/>
            </a:xfrm>
            <a:custGeom>
              <a:avLst/>
              <a:gdLst/>
              <a:ahLst/>
              <a:cxnLst/>
              <a:rect l="l" t="t" r="r" b="b"/>
              <a:pathLst>
                <a:path w="629" h="641" fill="none" extrusionOk="0">
                  <a:moveTo>
                    <a:pt x="0" y="0"/>
                  </a:moveTo>
                  <a:cubicBezTo>
                    <a:pt x="308" y="180"/>
                    <a:pt x="526" y="410"/>
                    <a:pt x="628" y="641"/>
                  </a:cubicBezTo>
                </a:path>
              </a:pathLst>
            </a:custGeom>
            <a:solidFill>
              <a:schemeClr val="lt2"/>
            </a:solidFill>
            <a:ln w="28575" cap="rnd" cmpd="sng">
              <a:solidFill>
                <a:schemeClr val="lt2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4" name="Google Shape;2194;p31"/>
            <p:cNvSpPr/>
            <p:nvPr/>
          </p:nvSpPr>
          <p:spPr>
            <a:xfrm>
              <a:off x="2521239" y="5085490"/>
              <a:ext cx="75458" cy="24054"/>
            </a:xfrm>
            <a:custGeom>
              <a:avLst/>
              <a:gdLst/>
              <a:ahLst/>
              <a:cxnLst/>
              <a:rect l="l" t="t" r="r" b="b"/>
              <a:pathLst>
                <a:path w="1167" h="372" fill="none" extrusionOk="0">
                  <a:moveTo>
                    <a:pt x="0" y="372"/>
                  </a:moveTo>
                  <a:cubicBezTo>
                    <a:pt x="77" y="128"/>
                    <a:pt x="423" y="13"/>
                    <a:pt x="731" y="0"/>
                  </a:cubicBezTo>
                  <a:cubicBezTo>
                    <a:pt x="872" y="0"/>
                    <a:pt x="1025" y="26"/>
                    <a:pt x="1166" y="64"/>
                  </a:cubicBezTo>
                </a:path>
              </a:pathLst>
            </a:custGeom>
            <a:solidFill>
              <a:schemeClr val="lt2"/>
            </a:solidFill>
            <a:ln w="28575" cap="rnd" cmpd="sng">
              <a:solidFill>
                <a:schemeClr val="lt2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5" name="Google Shape;2195;p31"/>
            <p:cNvSpPr/>
            <p:nvPr/>
          </p:nvSpPr>
          <p:spPr>
            <a:xfrm>
              <a:off x="1960242" y="4498823"/>
              <a:ext cx="1327470" cy="711777"/>
            </a:xfrm>
            <a:custGeom>
              <a:avLst/>
              <a:gdLst/>
              <a:ahLst/>
              <a:cxnLst/>
              <a:rect l="l" t="t" r="r" b="b"/>
              <a:pathLst>
                <a:path w="20530" h="11008" fill="none" extrusionOk="0">
                  <a:moveTo>
                    <a:pt x="1" y="9560"/>
                  </a:moveTo>
                  <a:lnTo>
                    <a:pt x="9022" y="0"/>
                  </a:lnTo>
                  <a:lnTo>
                    <a:pt x="20530" y="1115"/>
                  </a:lnTo>
                  <a:lnTo>
                    <a:pt x="11790" y="11008"/>
                  </a:lnTo>
                </a:path>
              </a:pathLst>
            </a:custGeom>
            <a:solidFill>
              <a:schemeClr val="lt2"/>
            </a:solidFill>
            <a:ln w="285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6" name="Google Shape;2196;p31"/>
            <p:cNvSpPr/>
            <p:nvPr/>
          </p:nvSpPr>
          <p:spPr>
            <a:xfrm>
              <a:off x="2444163" y="4604026"/>
              <a:ext cx="732533" cy="92916"/>
            </a:xfrm>
            <a:custGeom>
              <a:avLst/>
              <a:gdLst/>
              <a:ahLst/>
              <a:cxnLst/>
              <a:rect l="l" t="t" r="r" b="b"/>
              <a:pathLst>
                <a:path w="11329" h="1437" fill="none" extrusionOk="0">
                  <a:moveTo>
                    <a:pt x="1" y="1"/>
                  </a:moveTo>
                  <a:lnTo>
                    <a:pt x="11329" y="1436"/>
                  </a:lnTo>
                </a:path>
              </a:pathLst>
            </a:custGeom>
            <a:solidFill>
              <a:schemeClr val="lt2"/>
            </a:solidFill>
            <a:ln w="285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97" name="Google Shape;2197;p31"/>
          <p:cNvGrpSpPr/>
          <p:nvPr/>
        </p:nvGrpSpPr>
        <p:grpSpPr>
          <a:xfrm rot="-260996">
            <a:off x="-64880" y="4697198"/>
            <a:ext cx="538924" cy="696056"/>
            <a:chOff x="3429335" y="3683515"/>
            <a:chExt cx="616535" cy="796296"/>
          </a:xfrm>
        </p:grpSpPr>
        <p:sp>
          <p:nvSpPr>
            <p:cNvPr id="2198" name="Google Shape;2198;p31"/>
            <p:cNvSpPr/>
            <p:nvPr/>
          </p:nvSpPr>
          <p:spPr>
            <a:xfrm>
              <a:off x="3429335" y="4045163"/>
              <a:ext cx="174129" cy="133458"/>
            </a:xfrm>
            <a:custGeom>
              <a:avLst/>
              <a:gdLst/>
              <a:ahLst/>
              <a:cxnLst/>
              <a:rect l="l" t="t" r="r" b="b"/>
              <a:pathLst>
                <a:path w="2693" h="2064" extrusionOk="0">
                  <a:moveTo>
                    <a:pt x="1289" y="0"/>
                  </a:moveTo>
                  <a:cubicBezTo>
                    <a:pt x="635" y="0"/>
                    <a:pt x="88" y="392"/>
                    <a:pt x="52" y="917"/>
                  </a:cubicBezTo>
                  <a:cubicBezTo>
                    <a:pt x="1" y="1481"/>
                    <a:pt x="539" y="1993"/>
                    <a:pt x="1257" y="2057"/>
                  </a:cubicBezTo>
                  <a:cubicBezTo>
                    <a:pt x="1306" y="2062"/>
                    <a:pt x="1356" y="2064"/>
                    <a:pt x="1404" y="2064"/>
                  </a:cubicBezTo>
                  <a:cubicBezTo>
                    <a:pt x="2057" y="2064"/>
                    <a:pt x="2593" y="1672"/>
                    <a:pt x="2641" y="1147"/>
                  </a:cubicBezTo>
                  <a:cubicBezTo>
                    <a:pt x="2692" y="571"/>
                    <a:pt x="2154" y="58"/>
                    <a:pt x="1436" y="7"/>
                  </a:cubicBezTo>
                  <a:cubicBezTo>
                    <a:pt x="1387" y="3"/>
                    <a:pt x="1337" y="0"/>
                    <a:pt x="1289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9" name="Google Shape;2199;p31"/>
            <p:cNvSpPr/>
            <p:nvPr/>
          </p:nvSpPr>
          <p:spPr>
            <a:xfrm>
              <a:off x="3429335" y="4041413"/>
              <a:ext cx="174129" cy="140959"/>
            </a:xfrm>
            <a:custGeom>
              <a:avLst/>
              <a:gdLst/>
              <a:ahLst/>
              <a:cxnLst/>
              <a:rect l="l" t="t" r="r" b="b"/>
              <a:pathLst>
                <a:path w="2693" h="2180" fill="none" extrusionOk="0">
                  <a:moveTo>
                    <a:pt x="2641" y="1205"/>
                  </a:moveTo>
                  <a:cubicBezTo>
                    <a:pt x="2590" y="1769"/>
                    <a:pt x="1974" y="2179"/>
                    <a:pt x="1257" y="2115"/>
                  </a:cubicBezTo>
                  <a:cubicBezTo>
                    <a:pt x="539" y="2051"/>
                    <a:pt x="1" y="1539"/>
                    <a:pt x="52" y="975"/>
                  </a:cubicBezTo>
                  <a:cubicBezTo>
                    <a:pt x="91" y="411"/>
                    <a:pt x="719" y="1"/>
                    <a:pt x="1436" y="65"/>
                  </a:cubicBezTo>
                  <a:cubicBezTo>
                    <a:pt x="2154" y="116"/>
                    <a:pt x="2692" y="629"/>
                    <a:pt x="2641" y="1205"/>
                  </a:cubicBez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dk2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0" name="Google Shape;2200;p31"/>
            <p:cNvSpPr/>
            <p:nvPr/>
          </p:nvSpPr>
          <p:spPr>
            <a:xfrm>
              <a:off x="3711902" y="4342602"/>
              <a:ext cx="174065" cy="134169"/>
            </a:xfrm>
            <a:custGeom>
              <a:avLst/>
              <a:gdLst/>
              <a:ahLst/>
              <a:cxnLst/>
              <a:rect l="l" t="t" r="r" b="b"/>
              <a:pathLst>
                <a:path w="2692" h="2075" extrusionOk="0">
                  <a:moveTo>
                    <a:pt x="1289" y="1"/>
                  </a:moveTo>
                  <a:cubicBezTo>
                    <a:pt x="636" y="1"/>
                    <a:pt x="100" y="393"/>
                    <a:pt x="52" y="930"/>
                  </a:cubicBezTo>
                  <a:cubicBezTo>
                    <a:pt x="1" y="1494"/>
                    <a:pt x="539" y="2006"/>
                    <a:pt x="1257" y="2070"/>
                  </a:cubicBezTo>
                  <a:cubicBezTo>
                    <a:pt x="1298" y="2073"/>
                    <a:pt x="1340" y="2075"/>
                    <a:pt x="1381" y="2075"/>
                  </a:cubicBezTo>
                  <a:cubicBezTo>
                    <a:pt x="2045" y="2075"/>
                    <a:pt x="2605" y="1691"/>
                    <a:pt x="2653" y="1148"/>
                  </a:cubicBezTo>
                  <a:cubicBezTo>
                    <a:pt x="2692" y="584"/>
                    <a:pt x="2154" y="71"/>
                    <a:pt x="1436" y="7"/>
                  </a:cubicBezTo>
                  <a:cubicBezTo>
                    <a:pt x="1386" y="3"/>
                    <a:pt x="1337" y="1"/>
                    <a:pt x="1289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1" name="Google Shape;2201;p31"/>
            <p:cNvSpPr/>
            <p:nvPr/>
          </p:nvSpPr>
          <p:spPr>
            <a:xfrm>
              <a:off x="3711902" y="4338917"/>
              <a:ext cx="174065" cy="140894"/>
            </a:xfrm>
            <a:custGeom>
              <a:avLst/>
              <a:gdLst/>
              <a:ahLst/>
              <a:cxnLst/>
              <a:rect l="l" t="t" r="r" b="b"/>
              <a:pathLst>
                <a:path w="2692" h="2179" fill="none" extrusionOk="0">
                  <a:moveTo>
                    <a:pt x="2653" y="1205"/>
                  </a:moveTo>
                  <a:cubicBezTo>
                    <a:pt x="2602" y="1781"/>
                    <a:pt x="1974" y="2179"/>
                    <a:pt x="1257" y="2127"/>
                  </a:cubicBezTo>
                  <a:cubicBezTo>
                    <a:pt x="539" y="2063"/>
                    <a:pt x="1" y="1551"/>
                    <a:pt x="52" y="987"/>
                  </a:cubicBezTo>
                  <a:cubicBezTo>
                    <a:pt x="103" y="410"/>
                    <a:pt x="718" y="0"/>
                    <a:pt x="1436" y="64"/>
                  </a:cubicBezTo>
                  <a:cubicBezTo>
                    <a:pt x="2154" y="128"/>
                    <a:pt x="2692" y="641"/>
                    <a:pt x="2653" y="1205"/>
                  </a:cubicBez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dk2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2" name="Google Shape;2202;p31"/>
            <p:cNvSpPr/>
            <p:nvPr/>
          </p:nvSpPr>
          <p:spPr>
            <a:xfrm>
              <a:off x="3595901" y="3683515"/>
              <a:ext cx="449969" cy="749086"/>
            </a:xfrm>
            <a:custGeom>
              <a:avLst/>
              <a:gdLst/>
              <a:ahLst/>
              <a:cxnLst/>
              <a:rect l="l" t="t" r="r" b="b"/>
              <a:pathLst>
                <a:path w="6959" h="11585" fill="none" extrusionOk="0">
                  <a:moveTo>
                    <a:pt x="1" y="6984"/>
                  </a:moveTo>
                  <a:lnTo>
                    <a:pt x="2897" y="0"/>
                  </a:lnTo>
                  <a:lnTo>
                    <a:pt x="6959" y="4536"/>
                  </a:lnTo>
                  <a:lnTo>
                    <a:pt x="4383" y="11584"/>
                  </a:lnTo>
                </a:path>
              </a:pathLst>
            </a:custGeom>
            <a:solidFill>
              <a:schemeClr val="dk2"/>
            </a:solidFill>
            <a:ln w="2857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3" name="Google Shape;2203;p31"/>
            <p:cNvSpPr/>
            <p:nvPr/>
          </p:nvSpPr>
          <p:spPr>
            <a:xfrm>
              <a:off x="3744233" y="3777920"/>
              <a:ext cx="262714" cy="303320"/>
            </a:xfrm>
            <a:custGeom>
              <a:avLst/>
              <a:gdLst/>
              <a:ahLst/>
              <a:cxnLst/>
              <a:rect l="l" t="t" r="r" b="b"/>
              <a:pathLst>
                <a:path w="4063" h="4691" fill="none" extrusionOk="0">
                  <a:moveTo>
                    <a:pt x="0" y="1"/>
                  </a:moveTo>
                  <a:lnTo>
                    <a:pt x="4063" y="4691"/>
                  </a:lnTo>
                </a:path>
              </a:pathLst>
            </a:custGeom>
            <a:solidFill>
              <a:schemeClr val="dk2"/>
            </a:solidFill>
            <a:ln w="2857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04" name="Google Shape;2204;p31"/>
          <p:cNvGrpSpPr/>
          <p:nvPr/>
        </p:nvGrpSpPr>
        <p:grpSpPr>
          <a:xfrm rot="1355679">
            <a:off x="1356398" y="4082626"/>
            <a:ext cx="399355" cy="730589"/>
            <a:chOff x="323987" y="610889"/>
            <a:chExt cx="341044" cy="623914"/>
          </a:xfrm>
        </p:grpSpPr>
        <p:sp>
          <p:nvSpPr>
            <p:cNvPr id="2205" name="Google Shape;2205;p31"/>
            <p:cNvSpPr/>
            <p:nvPr/>
          </p:nvSpPr>
          <p:spPr>
            <a:xfrm>
              <a:off x="323987" y="1036281"/>
              <a:ext cx="204986" cy="187814"/>
            </a:xfrm>
            <a:custGeom>
              <a:avLst/>
              <a:gdLst/>
              <a:ahLst/>
              <a:cxnLst/>
              <a:rect l="l" t="t" r="r" b="b"/>
              <a:pathLst>
                <a:path w="4345" h="3981" extrusionOk="0">
                  <a:moveTo>
                    <a:pt x="2671" y="0"/>
                  </a:moveTo>
                  <a:cubicBezTo>
                    <a:pt x="2077" y="0"/>
                    <a:pt x="1416" y="308"/>
                    <a:pt x="911" y="876"/>
                  </a:cubicBezTo>
                  <a:cubicBezTo>
                    <a:pt x="116" y="1760"/>
                    <a:pt x="1" y="2952"/>
                    <a:pt x="616" y="3580"/>
                  </a:cubicBezTo>
                  <a:cubicBezTo>
                    <a:pt x="879" y="3848"/>
                    <a:pt x="1237" y="3980"/>
                    <a:pt x="1629" y="3980"/>
                  </a:cubicBezTo>
                  <a:cubicBezTo>
                    <a:pt x="2154" y="3980"/>
                    <a:pt x="2738" y="3742"/>
                    <a:pt x="3230" y="3272"/>
                  </a:cubicBezTo>
                  <a:cubicBezTo>
                    <a:pt x="4127" y="2414"/>
                    <a:pt x="4345" y="1106"/>
                    <a:pt x="3679" y="402"/>
                  </a:cubicBezTo>
                  <a:cubicBezTo>
                    <a:pt x="3411" y="130"/>
                    <a:pt x="3055" y="0"/>
                    <a:pt x="2671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6" name="Google Shape;2206;p31"/>
            <p:cNvSpPr/>
            <p:nvPr/>
          </p:nvSpPr>
          <p:spPr>
            <a:xfrm>
              <a:off x="323987" y="1022552"/>
              <a:ext cx="204986" cy="212252"/>
            </a:xfrm>
            <a:custGeom>
              <a:avLst/>
              <a:gdLst/>
              <a:ahLst/>
              <a:cxnLst/>
              <a:rect l="l" t="t" r="r" b="b"/>
              <a:pathLst>
                <a:path w="4345" h="4499" fill="none" extrusionOk="0">
                  <a:moveTo>
                    <a:pt x="3679" y="693"/>
                  </a:moveTo>
                  <a:cubicBezTo>
                    <a:pt x="4345" y="1397"/>
                    <a:pt x="4127" y="2705"/>
                    <a:pt x="3230" y="3563"/>
                  </a:cubicBezTo>
                  <a:cubicBezTo>
                    <a:pt x="2371" y="4383"/>
                    <a:pt x="1231" y="4499"/>
                    <a:pt x="616" y="3871"/>
                  </a:cubicBezTo>
                  <a:cubicBezTo>
                    <a:pt x="1" y="3243"/>
                    <a:pt x="116" y="2051"/>
                    <a:pt x="911" y="1167"/>
                  </a:cubicBezTo>
                  <a:cubicBezTo>
                    <a:pt x="1744" y="231"/>
                    <a:pt x="2999" y="1"/>
                    <a:pt x="3679" y="693"/>
                  </a:cubicBez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dk2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7" name="Google Shape;2207;p31"/>
            <p:cNvSpPr/>
            <p:nvPr/>
          </p:nvSpPr>
          <p:spPr>
            <a:xfrm>
              <a:off x="399563" y="1077560"/>
              <a:ext cx="61708" cy="29675"/>
            </a:xfrm>
            <a:custGeom>
              <a:avLst/>
              <a:gdLst/>
              <a:ahLst/>
              <a:cxnLst/>
              <a:rect l="l" t="t" r="r" b="b"/>
              <a:pathLst>
                <a:path w="1308" h="629" fill="none" extrusionOk="0">
                  <a:moveTo>
                    <a:pt x="1" y="629"/>
                  </a:moveTo>
                  <a:cubicBezTo>
                    <a:pt x="154" y="462"/>
                    <a:pt x="334" y="321"/>
                    <a:pt x="513" y="219"/>
                  </a:cubicBezTo>
                  <a:cubicBezTo>
                    <a:pt x="769" y="78"/>
                    <a:pt x="1103" y="1"/>
                    <a:pt x="1308" y="116"/>
                  </a:cubicBezTo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dk2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8" name="Google Shape;2208;p31"/>
            <p:cNvSpPr/>
            <p:nvPr/>
          </p:nvSpPr>
          <p:spPr>
            <a:xfrm>
              <a:off x="376588" y="1133181"/>
              <a:ext cx="8539" cy="41186"/>
            </a:xfrm>
            <a:custGeom>
              <a:avLst/>
              <a:gdLst/>
              <a:ahLst/>
              <a:cxnLst/>
              <a:rect l="l" t="t" r="r" b="b"/>
              <a:pathLst>
                <a:path w="181" h="873" fill="none" extrusionOk="0">
                  <a:moveTo>
                    <a:pt x="180" y="872"/>
                  </a:moveTo>
                  <a:cubicBezTo>
                    <a:pt x="26" y="731"/>
                    <a:pt x="1" y="385"/>
                    <a:pt x="142" y="1"/>
                  </a:cubicBezTo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dk2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9" name="Google Shape;2209;p31"/>
            <p:cNvSpPr/>
            <p:nvPr/>
          </p:nvSpPr>
          <p:spPr>
            <a:xfrm>
              <a:off x="386259" y="610889"/>
              <a:ext cx="278772" cy="473379"/>
            </a:xfrm>
            <a:custGeom>
              <a:avLst/>
              <a:gdLst/>
              <a:ahLst/>
              <a:cxnLst/>
              <a:rect l="l" t="t" r="r" b="b"/>
              <a:pathLst>
                <a:path w="5909" h="10034" fill="none" extrusionOk="0">
                  <a:moveTo>
                    <a:pt x="2717" y="10034"/>
                  </a:moveTo>
                  <a:lnTo>
                    <a:pt x="1" y="0"/>
                  </a:lnTo>
                  <a:cubicBezTo>
                    <a:pt x="1" y="0"/>
                    <a:pt x="5908" y="3370"/>
                    <a:pt x="4588" y="5562"/>
                  </a:cubicBezTo>
                  <a:cubicBezTo>
                    <a:pt x="3973" y="6394"/>
                    <a:pt x="2807" y="4882"/>
                    <a:pt x="2807" y="4882"/>
                  </a:cubicBezTo>
                </a:path>
              </a:pathLst>
            </a:custGeom>
            <a:solidFill>
              <a:schemeClr val="dk2"/>
            </a:solidFill>
            <a:ln w="2857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9_1_1">
    <p:spTree>
      <p:nvGrpSpPr>
        <p:cNvPr id="1" name="Shape 2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" name="Google Shape;2211;p32"/>
          <p:cNvSpPr/>
          <p:nvPr/>
        </p:nvSpPr>
        <p:spPr>
          <a:xfrm rot="-195">
            <a:off x="2772300" y="-371441"/>
            <a:ext cx="8685780" cy="5889887"/>
          </a:xfrm>
          <a:custGeom>
            <a:avLst/>
            <a:gdLst/>
            <a:ahLst/>
            <a:cxnLst/>
            <a:rect l="l" t="t" r="r" b="b"/>
            <a:pathLst>
              <a:path w="197057" h="142526" extrusionOk="0">
                <a:moveTo>
                  <a:pt x="178150" y="100975"/>
                </a:moveTo>
                <a:cubicBezTo>
                  <a:pt x="175293" y="92768"/>
                  <a:pt x="176083" y="83740"/>
                  <a:pt x="177572" y="75199"/>
                </a:cubicBezTo>
                <a:cubicBezTo>
                  <a:pt x="179092" y="66628"/>
                  <a:pt x="181311" y="58087"/>
                  <a:pt x="181189" y="49393"/>
                </a:cubicBezTo>
                <a:cubicBezTo>
                  <a:pt x="181007" y="35199"/>
                  <a:pt x="174198" y="21186"/>
                  <a:pt x="163074" y="12341"/>
                </a:cubicBezTo>
                <a:cubicBezTo>
                  <a:pt x="151949" y="3496"/>
                  <a:pt x="136751" y="1"/>
                  <a:pt x="122891" y="3223"/>
                </a:cubicBezTo>
                <a:cubicBezTo>
                  <a:pt x="114167" y="5259"/>
                  <a:pt x="105930" y="9818"/>
                  <a:pt x="96963" y="10183"/>
                </a:cubicBezTo>
                <a:cubicBezTo>
                  <a:pt x="87723" y="10578"/>
                  <a:pt x="78969" y="6505"/>
                  <a:pt x="69911" y="4834"/>
                </a:cubicBezTo>
                <a:cubicBezTo>
                  <a:pt x="48360" y="882"/>
                  <a:pt x="25260" y="11703"/>
                  <a:pt x="13223" y="30001"/>
                </a:cubicBezTo>
                <a:cubicBezTo>
                  <a:pt x="1156" y="48299"/>
                  <a:pt x="1" y="72828"/>
                  <a:pt x="8846" y="92859"/>
                </a:cubicBezTo>
                <a:cubicBezTo>
                  <a:pt x="17661" y="112920"/>
                  <a:pt x="35746" y="128300"/>
                  <a:pt x="56446" y="135413"/>
                </a:cubicBezTo>
                <a:cubicBezTo>
                  <a:pt x="77175" y="142526"/>
                  <a:pt x="100215" y="141705"/>
                  <a:pt x="121006" y="134775"/>
                </a:cubicBezTo>
                <a:cubicBezTo>
                  <a:pt x="131189" y="131370"/>
                  <a:pt x="140885" y="126568"/>
                  <a:pt x="151219" y="123650"/>
                </a:cubicBezTo>
                <a:cubicBezTo>
                  <a:pt x="161554" y="120732"/>
                  <a:pt x="172952" y="119790"/>
                  <a:pt x="182800" y="124136"/>
                </a:cubicBezTo>
                <a:lnTo>
                  <a:pt x="197056" y="116628"/>
                </a:lnTo>
                <a:cubicBezTo>
                  <a:pt x="188363" y="116385"/>
                  <a:pt x="181007" y="109212"/>
                  <a:pt x="178150" y="100975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12" name="Google Shape;2212;p32"/>
          <p:cNvGrpSpPr/>
          <p:nvPr/>
        </p:nvGrpSpPr>
        <p:grpSpPr>
          <a:xfrm rot="1733086" flipH="1">
            <a:off x="-3162295" y="3356722"/>
            <a:ext cx="8557404" cy="2706265"/>
            <a:chOff x="-2247300" y="3512811"/>
            <a:chExt cx="12801645" cy="4048499"/>
          </a:xfrm>
        </p:grpSpPr>
        <p:sp>
          <p:nvSpPr>
            <p:cNvPr id="2213" name="Google Shape;2213;p32"/>
            <p:cNvSpPr/>
            <p:nvPr/>
          </p:nvSpPr>
          <p:spPr>
            <a:xfrm>
              <a:off x="-2247300" y="3512811"/>
              <a:ext cx="12801645" cy="1688725"/>
            </a:xfrm>
            <a:custGeom>
              <a:avLst/>
              <a:gdLst/>
              <a:ahLst/>
              <a:cxnLst/>
              <a:rect l="l" t="t" r="r" b="b"/>
              <a:pathLst>
                <a:path w="197984" h="26117" fill="none" extrusionOk="0">
                  <a:moveTo>
                    <a:pt x="197984" y="26116"/>
                  </a:moveTo>
                  <a:cubicBezTo>
                    <a:pt x="177481" y="6472"/>
                    <a:pt x="154299" y="4549"/>
                    <a:pt x="142100" y="5959"/>
                  </a:cubicBezTo>
                  <a:cubicBezTo>
                    <a:pt x="119995" y="8522"/>
                    <a:pt x="114190" y="21567"/>
                    <a:pt x="96672" y="22490"/>
                  </a:cubicBezTo>
                  <a:cubicBezTo>
                    <a:pt x="79155" y="23412"/>
                    <a:pt x="64547" y="0"/>
                    <a:pt x="30409" y="4383"/>
                  </a:cubicBezTo>
                  <a:cubicBezTo>
                    <a:pt x="21669" y="5511"/>
                    <a:pt x="4049" y="8176"/>
                    <a:pt x="0" y="1987"/>
                  </a:cubicBezTo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4" name="Google Shape;2214;p32"/>
            <p:cNvSpPr/>
            <p:nvPr/>
          </p:nvSpPr>
          <p:spPr>
            <a:xfrm>
              <a:off x="-2244002" y="3666057"/>
              <a:ext cx="12672390" cy="1858587"/>
            </a:xfrm>
            <a:custGeom>
              <a:avLst/>
              <a:gdLst/>
              <a:ahLst/>
              <a:cxnLst/>
              <a:rect l="l" t="t" r="r" b="b"/>
              <a:pathLst>
                <a:path w="195985" h="28744" fill="none" extrusionOk="0">
                  <a:moveTo>
                    <a:pt x="195985" y="28744"/>
                  </a:moveTo>
                  <a:cubicBezTo>
                    <a:pt x="176725" y="8843"/>
                    <a:pt x="155914" y="4922"/>
                    <a:pt x="142907" y="6767"/>
                  </a:cubicBezTo>
                  <a:cubicBezTo>
                    <a:pt x="121648" y="9778"/>
                    <a:pt x="111051" y="27885"/>
                    <a:pt x="89599" y="23413"/>
                  </a:cubicBezTo>
                  <a:cubicBezTo>
                    <a:pt x="73286" y="20017"/>
                    <a:pt x="57601" y="1"/>
                    <a:pt x="29281" y="3576"/>
                  </a:cubicBezTo>
                  <a:cubicBezTo>
                    <a:pt x="20529" y="4665"/>
                    <a:pt x="4216" y="8984"/>
                    <a:pt x="0" y="4050"/>
                  </a:cubicBezTo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5" name="Google Shape;2215;p32"/>
            <p:cNvSpPr/>
            <p:nvPr/>
          </p:nvSpPr>
          <p:spPr>
            <a:xfrm>
              <a:off x="-2240705" y="3822665"/>
              <a:ext cx="12542359" cy="2283662"/>
            </a:xfrm>
            <a:custGeom>
              <a:avLst/>
              <a:gdLst/>
              <a:ahLst/>
              <a:cxnLst/>
              <a:rect l="l" t="t" r="r" b="b"/>
              <a:pathLst>
                <a:path w="193974" h="35318" fill="none" extrusionOk="0">
                  <a:moveTo>
                    <a:pt x="193973" y="31319"/>
                  </a:moveTo>
                  <a:cubicBezTo>
                    <a:pt x="175969" y="11162"/>
                    <a:pt x="157516" y="5204"/>
                    <a:pt x="143715" y="7510"/>
                  </a:cubicBezTo>
                  <a:cubicBezTo>
                    <a:pt x="123289" y="10919"/>
                    <a:pt x="108065" y="35317"/>
                    <a:pt x="82526" y="24297"/>
                  </a:cubicBezTo>
                  <a:cubicBezTo>
                    <a:pt x="67482" y="17800"/>
                    <a:pt x="50656" y="1"/>
                    <a:pt x="28167" y="2718"/>
                  </a:cubicBezTo>
                  <a:cubicBezTo>
                    <a:pt x="19389" y="3781"/>
                    <a:pt x="4383" y="9740"/>
                    <a:pt x="1" y="6062"/>
                  </a:cubicBezTo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6" name="Google Shape;2216;p32"/>
            <p:cNvSpPr/>
            <p:nvPr/>
          </p:nvSpPr>
          <p:spPr>
            <a:xfrm>
              <a:off x="-2237407" y="3974295"/>
              <a:ext cx="12413103" cy="2837151"/>
            </a:xfrm>
            <a:custGeom>
              <a:avLst/>
              <a:gdLst/>
              <a:ahLst/>
              <a:cxnLst/>
              <a:rect l="l" t="t" r="r" b="b"/>
              <a:pathLst>
                <a:path w="191975" h="43878" fill="none" extrusionOk="0">
                  <a:moveTo>
                    <a:pt x="191974" y="33959"/>
                  </a:moveTo>
                  <a:cubicBezTo>
                    <a:pt x="175213" y="13559"/>
                    <a:pt x="159118" y="5537"/>
                    <a:pt x="144522" y="8343"/>
                  </a:cubicBezTo>
                  <a:cubicBezTo>
                    <a:pt x="124916" y="12085"/>
                    <a:pt x="104477" y="43877"/>
                    <a:pt x="75452" y="25245"/>
                  </a:cubicBezTo>
                  <a:cubicBezTo>
                    <a:pt x="61344" y="16198"/>
                    <a:pt x="43711" y="1"/>
                    <a:pt x="27039" y="1936"/>
                  </a:cubicBezTo>
                  <a:cubicBezTo>
                    <a:pt x="18236" y="2961"/>
                    <a:pt x="4537" y="10573"/>
                    <a:pt x="1" y="8151"/>
                  </a:cubicBezTo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7" name="Google Shape;2217;p32"/>
            <p:cNvSpPr/>
            <p:nvPr/>
          </p:nvSpPr>
          <p:spPr>
            <a:xfrm>
              <a:off x="-2234045" y="4125148"/>
              <a:ext cx="12283784" cy="3436162"/>
            </a:xfrm>
            <a:custGeom>
              <a:avLst/>
              <a:gdLst/>
              <a:ahLst/>
              <a:cxnLst/>
              <a:rect l="l" t="t" r="r" b="b"/>
              <a:pathLst>
                <a:path w="189975" h="53142" fill="none" extrusionOk="0">
                  <a:moveTo>
                    <a:pt x="189975" y="36624"/>
                  </a:moveTo>
                  <a:cubicBezTo>
                    <a:pt x="174456" y="15980"/>
                    <a:pt x="160719" y="5856"/>
                    <a:pt x="145329" y="9175"/>
                  </a:cubicBezTo>
                  <a:cubicBezTo>
                    <a:pt x="126543" y="13237"/>
                    <a:pt x="100030" y="53141"/>
                    <a:pt x="68378" y="26218"/>
                  </a:cubicBezTo>
                  <a:cubicBezTo>
                    <a:pt x="54872" y="14737"/>
                    <a:pt x="36752" y="0"/>
                    <a:pt x="25924" y="1166"/>
                  </a:cubicBezTo>
                  <a:cubicBezTo>
                    <a:pt x="17095" y="2127"/>
                    <a:pt x="4703" y="11418"/>
                    <a:pt x="0" y="10239"/>
                  </a:cubicBezTo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18" name="Google Shape;2218;p32"/>
          <p:cNvGrpSpPr/>
          <p:nvPr/>
        </p:nvGrpSpPr>
        <p:grpSpPr>
          <a:xfrm rot="1733086" flipH="1">
            <a:off x="3497288" y="5333739"/>
            <a:ext cx="263660" cy="398257"/>
            <a:chOff x="159762" y="4811199"/>
            <a:chExt cx="394428" cy="595782"/>
          </a:xfrm>
        </p:grpSpPr>
        <p:sp>
          <p:nvSpPr>
            <p:cNvPr id="2219" name="Google Shape;2219;p32"/>
            <p:cNvSpPr/>
            <p:nvPr/>
          </p:nvSpPr>
          <p:spPr>
            <a:xfrm>
              <a:off x="344498" y="5198129"/>
              <a:ext cx="209692" cy="194239"/>
            </a:xfrm>
            <a:custGeom>
              <a:avLst/>
              <a:gdLst/>
              <a:ahLst/>
              <a:cxnLst/>
              <a:rect l="l" t="t" r="r" b="b"/>
              <a:pathLst>
                <a:path w="3243" h="3004" extrusionOk="0">
                  <a:moveTo>
                    <a:pt x="1963" y="0"/>
                  </a:moveTo>
                  <a:cubicBezTo>
                    <a:pt x="1465" y="0"/>
                    <a:pt x="917" y="284"/>
                    <a:pt x="552" y="795"/>
                  </a:cubicBezTo>
                  <a:cubicBezTo>
                    <a:pt x="1" y="1551"/>
                    <a:pt x="65" y="2487"/>
                    <a:pt x="718" y="2858"/>
                  </a:cubicBezTo>
                  <a:cubicBezTo>
                    <a:pt x="892" y="2957"/>
                    <a:pt x="1085" y="3003"/>
                    <a:pt x="1284" y="3003"/>
                  </a:cubicBezTo>
                  <a:cubicBezTo>
                    <a:pt x="1836" y="3003"/>
                    <a:pt x="2436" y="2648"/>
                    <a:pt x="2794" y="2064"/>
                  </a:cubicBezTo>
                  <a:cubicBezTo>
                    <a:pt x="3243" y="1321"/>
                    <a:pt x="3115" y="475"/>
                    <a:pt x="2525" y="142"/>
                  </a:cubicBezTo>
                  <a:cubicBezTo>
                    <a:pt x="2356" y="46"/>
                    <a:pt x="2163" y="0"/>
                    <a:pt x="196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0" name="Google Shape;2220;p32"/>
            <p:cNvSpPr/>
            <p:nvPr/>
          </p:nvSpPr>
          <p:spPr>
            <a:xfrm>
              <a:off x="344498" y="5185714"/>
              <a:ext cx="209692" cy="221267"/>
            </a:xfrm>
            <a:custGeom>
              <a:avLst/>
              <a:gdLst/>
              <a:ahLst/>
              <a:cxnLst/>
              <a:rect l="l" t="t" r="r" b="b"/>
              <a:pathLst>
                <a:path w="3243" h="3422" fill="none" extrusionOk="0">
                  <a:moveTo>
                    <a:pt x="718" y="3050"/>
                  </a:moveTo>
                  <a:cubicBezTo>
                    <a:pt x="65" y="2679"/>
                    <a:pt x="1" y="1743"/>
                    <a:pt x="552" y="987"/>
                  </a:cubicBezTo>
                  <a:cubicBezTo>
                    <a:pt x="1064" y="270"/>
                    <a:pt x="1936" y="1"/>
                    <a:pt x="2525" y="334"/>
                  </a:cubicBezTo>
                  <a:cubicBezTo>
                    <a:pt x="3115" y="667"/>
                    <a:pt x="3243" y="1513"/>
                    <a:pt x="2794" y="2256"/>
                  </a:cubicBezTo>
                  <a:cubicBezTo>
                    <a:pt x="2307" y="3050"/>
                    <a:pt x="1372" y="3422"/>
                    <a:pt x="718" y="3050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1" name="Google Shape;2221;p32"/>
            <p:cNvSpPr/>
            <p:nvPr/>
          </p:nvSpPr>
          <p:spPr>
            <a:xfrm>
              <a:off x="159762" y="4811199"/>
              <a:ext cx="362937" cy="406905"/>
            </a:xfrm>
            <a:custGeom>
              <a:avLst/>
              <a:gdLst/>
              <a:ahLst/>
              <a:cxnLst/>
              <a:rect l="l" t="t" r="r" b="b"/>
              <a:pathLst>
                <a:path w="5613" h="6293" extrusionOk="0">
                  <a:moveTo>
                    <a:pt x="5613" y="6292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2" name="Google Shape;2222;p32"/>
            <p:cNvSpPr/>
            <p:nvPr/>
          </p:nvSpPr>
          <p:spPr>
            <a:xfrm>
              <a:off x="159762" y="4811199"/>
              <a:ext cx="362937" cy="406905"/>
            </a:xfrm>
            <a:custGeom>
              <a:avLst/>
              <a:gdLst/>
              <a:ahLst/>
              <a:cxnLst/>
              <a:rect l="l" t="t" r="r" b="b"/>
              <a:pathLst>
                <a:path w="5613" h="6293" fill="none" extrusionOk="0">
                  <a:moveTo>
                    <a:pt x="5613" y="6292"/>
                  </a:move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23" name="Google Shape;2223;p32"/>
          <p:cNvSpPr/>
          <p:nvPr/>
        </p:nvSpPr>
        <p:spPr>
          <a:xfrm rot="1732673" flipH="1">
            <a:off x="451036" y="3863166"/>
            <a:ext cx="310185" cy="342340"/>
          </a:xfrm>
          <a:custGeom>
            <a:avLst/>
            <a:gdLst/>
            <a:ahLst/>
            <a:cxnLst/>
            <a:rect l="l" t="t" r="r" b="b"/>
            <a:pathLst>
              <a:path w="7177" h="7921" fill="none" extrusionOk="0">
                <a:moveTo>
                  <a:pt x="2000" y="4294"/>
                </a:moveTo>
                <a:cubicBezTo>
                  <a:pt x="3255" y="3986"/>
                  <a:pt x="2051" y="1039"/>
                  <a:pt x="936" y="2102"/>
                </a:cubicBezTo>
                <a:cubicBezTo>
                  <a:pt x="1" y="3012"/>
                  <a:pt x="821" y="6152"/>
                  <a:pt x="2474" y="5229"/>
                </a:cubicBezTo>
                <a:cubicBezTo>
                  <a:pt x="3871" y="4447"/>
                  <a:pt x="4037" y="1923"/>
                  <a:pt x="4063" y="1"/>
                </a:cubicBezTo>
                <a:cubicBezTo>
                  <a:pt x="5331" y="4486"/>
                  <a:pt x="7177" y="7920"/>
                  <a:pt x="7177" y="7920"/>
                </a:cubicBezTo>
              </a:path>
            </a:pathLst>
          </a:custGeom>
          <a:noFill/>
          <a:ln w="28575" cap="rnd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24" name="Google Shape;2224;p32"/>
          <p:cNvGrpSpPr/>
          <p:nvPr/>
        </p:nvGrpSpPr>
        <p:grpSpPr>
          <a:xfrm rot="1733086" flipH="1">
            <a:off x="29897" y="3154454"/>
            <a:ext cx="381657" cy="715082"/>
            <a:chOff x="5906877" y="4080403"/>
            <a:chExt cx="570948" cy="1069743"/>
          </a:xfrm>
        </p:grpSpPr>
        <p:sp>
          <p:nvSpPr>
            <p:cNvPr id="2225" name="Google Shape;2225;p32"/>
            <p:cNvSpPr/>
            <p:nvPr/>
          </p:nvSpPr>
          <p:spPr>
            <a:xfrm>
              <a:off x="5941665" y="4813591"/>
              <a:ext cx="280948" cy="315218"/>
            </a:xfrm>
            <a:custGeom>
              <a:avLst/>
              <a:gdLst/>
              <a:ahLst/>
              <a:cxnLst/>
              <a:rect l="l" t="t" r="r" b="b"/>
              <a:pathLst>
                <a:path w="4345" h="4875" extrusionOk="0">
                  <a:moveTo>
                    <a:pt x="2528" y="1"/>
                  </a:moveTo>
                  <a:cubicBezTo>
                    <a:pt x="1809" y="1"/>
                    <a:pt x="1046" y="548"/>
                    <a:pt x="603" y="1463"/>
                  </a:cubicBezTo>
                  <a:cubicBezTo>
                    <a:pt x="0" y="2680"/>
                    <a:pt x="218" y="4102"/>
                    <a:pt x="1064" y="4654"/>
                  </a:cubicBezTo>
                  <a:cubicBezTo>
                    <a:pt x="1294" y="4803"/>
                    <a:pt x="1549" y="4874"/>
                    <a:pt x="1811" y="4874"/>
                  </a:cubicBezTo>
                  <a:cubicBezTo>
                    <a:pt x="2514" y="4874"/>
                    <a:pt x="3269" y="4361"/>
                    <a:pt x="3717" y="3475"/>
                  </a:cubicBezTo>
                  <a:cubicBezTo>
                    <a:pt x="4345" y="2232"/>
                    <a:pt x="4152" y="771"/>
                    <a:pt x="3268" y="220"/>
                  </a:cubicBezTo>
                  <a:cubicBezTo>
                    <a:pt x="3038" y="71"/>
                    <a:pt x="2786" y="1"/>
                    <a:pt x="25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6" name="Google Shape;2226;p32"/>
            <p:cNvSpPr/>
            <p:nvPr/>
          </p:nvSpPr>
          <p:spPr>
            <a:xfrm>
              <a:off x="5941665" y="4791283"/>
              <a:ext cx="280948" cy="358863"/>
            </a:xfrm>
            <a:custGeom>
              <a:avLst/>
              <a:gdLst/>
              <a:ahLst/>
              <a:cxnLst/>
              <a:rect l="l" t="t" r="r" b="b"/>
              <a:pathLst>
                <a:path w="4345" h="5550" fill="none" extrusionOk="0">
                  <a:moveTo>
                    <a:pt x="3268" y="565"/>
                  </a:moveTo>
                  <a:cubicBezTo>
                    <a:pt x="4152" y="1116"/>
                    <a:pt x="4345" y="2577"/>
                    <a:pt x="3717" y="3820"/>
                  </a:cubicBezTo>
                  <a:cubicBezTo>
                    <a:pt x="3102" y="5037"/>
                    <a:pt x="1910" y="5550"/>
                    <a:pt x="1064" y="4999"/>
                  </a:cubicBezTo>
                  <a:cubicBezTo>
                    <a:pt x="218" y="4447"/>
                    <a:pt x="0" y="3025"/>
                    <a:pt x="603" y="1808"/>
                  </a:cubicBezTo>
                  <a:cubicBezTo>
                    <a:pt x="1205" y="565"/>
                    <a:pt x="2397" y="1"/>
                    <a:pt x="3268" y="565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lt2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7" name="Google Shape;2227;p32"/>
            <p:cNvSpPr/>
            <p:nvPr/>
          </p:nvSpPr>
          <p:spPr>
            <a:xfrm>
              <a:off x="5906877" y="4080403"/>
              <a:ext cx="570948" cy="786330"/>
            </a:xfrm>
            <a:custGeom>
              <a:avLst/>
              <a:gdLst/>
              <a:ahLst/>
              <a:cxnLst/>
              <a:rect l="l" t="t" r="r" b="b"/>
              <a:pathLst>
                <a:path w="8830" h="12161" fill="none" extrusionOk="0">
                  <a:moveTo>
                    <a:pt x="4344" y="12161"/>
                  </a:moveTo>
                  <a:lnTo>
                    <a:pt x="0" y="0"/>
                  </a:lnTo>
                  <a:cubicBezTo>
                    <a:pt x="0" y="0"/>
                    <a:pt x="8829" y="6279"/>
                    <a:pt x="3716" y="6228"/>
                  </a:cubicBezTo>
                </a:path>
              </a:pathLst>
            </a:custGeom>
            <a:noFill/>
            <a:ln w="285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28" name="Google Shape;2228;p32"/>
          <p:cNvGrpSpPr/>
          <p:nvPr/>
        </p:nvGrpSpPr>
        <p:grpSpPr>
          <a:xfrm rot="223104">
            <a:off x="4319535" y="4963406"/>
            <a:ext cx="489097" cy="546230"/>
            <a:chOff x="5491728" y="4594881"/>
            <a:chExt cx="639501" cy="714204"/>
          </a:xfrm>
        </p:grpSpPr>
        <p:sp>
          <p:nvSpPr>
            <p:cNvPr id="2229" name="Google Shape;2229;p32"/>
            <p:cNvSpPr/>
            <p:nvPr/>
          </p:nvSpPr>
          <p:spPr>
            <a:xfrm rot="1509493" flipH="1">
              <a:off x="5674061" y="5086641"/>
              <a:ext cx="260075" cy="164680"/>
            </a:xfrm>
            <a:custGeom>
              <a:avLst/>
              <a:gdLst/>
              <a:ahLst/>
              <a:cxnLst/>
              <a:rect l="l" t="t" r="r" b="b"/>
              <a:pathLst>
                <a:path w="4602" h="2914" extrusionOk="0">
                  <a:moveTo>
                    <a:pt x="3040" y="0"/>
                  </a:moveTo>
                  <a:cubicBezTo>
                    <a:pt x="2745" y="0"/>
                    <a:pt x="2423" y="45"/>
                    <a:pt x="2090" y="140"/>
                  </a:cubicBezTo>
                  <a:cubicBezTo>
                    <a:pt x="885" y="473"/>
                    <a:pt x="1" y="1344"/>
                    <a:pt x="116" y="2075"/>
                  </a:cubicBezTo>
                  <a:cubicBezTo>
                    <a:pt x="200" y="2606"/>
                    <a:pt x="792" y="2914"/>
                    <a:pt x="1573" y="2914"/>
                  </a:cubicBezTo>
                  <a:cubicBezTo>
                    <a:pt x="1865" y="2914"/>
                    <a:pt x="2184" y="2871"/>
                    <a:pt x="2513" y="2780"/>
                  </a:cubicBezTo>
                  <a:cubicBezTo>
                    <a:pt x="3717" y="2447"/>
                    <a:pt x="4601" y="1575"/>
                    <a:pt x="4486" y="845"/>
                  </a:cubicBezTo>
                  <a:cubicBezTo>
                    <a:pt x="4402" y="314"/>
                    <a:pt x="3819" y="0"/>
                    <a:pt x="30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230" name="Google Shape;2230;p32"/>
            <p:cNvGrpSpPr/>
            <p:nvPr/>
          </p:nvGrpSpPr>
          <p:grpSpPr>
            <a:xfrm rot="1509639" flipH="1">
              <a:off x="5595986" y="4658670"/>
              <a:ext cx="430984" cy="586627"/>
              <a:chOff x="-1795774" y="3888167"/>
              <a:chExt cx="493101" cy="671176"/>
            </a:xfrm>
          </p:grpSpPr>
          <p:sp>
            <p:nvSpPr>
              <p:cNvPr id="2231" name="Google Shape;2231;p32"/>
              <p:cNvSpPr/>
              <p:nvPr/>
            </p:nvSpPr>
            <p:spPr>
              <a:xfrm>
                <a:off x="-1795774" y="4344672"/>
                <a:ext cx="297565" cy="214671"/>
              </a:xfrm>
              <a:custGeom>
                <a:avLst/>
                <a:gdLst/>
                <a:ahLst/>
                <a:cxnLst/>
                <a:rect l="l" t="t" r="r" b="b"/>
                <a:pathLst>
                  <a:path w="4602" h="3320" fill="none" extrusionOk="0">
                    <a:moveTo>
                      <a:pt x="4486" y="1052"/>
                    </a:moveTo>
                    <a:cubicBezTo>
                      <a:pt x="4601" y="1782"/>
                      <a:pt x="3717" y="2654"/>
                      <a:pt x="2513" y="2987"/>
                    </a:cubicBezTo>
                    <a:cubicBezTo>
                      <a:pt x="1308" y="3320"/>
                      <a:pt x="232" y="3012"/>
                      <a:pt x="116" y="2282"/>
                    </a:cubicBezTo>
                    <a:cubicBezTo>
                      <a:pt x="1" y="1551"/>
                      <a:pt x="885" y="680"/>
                      <a:pt x="2090" y="347"/>
                    </a:cubicBezTo>
                    <a:cubicBezTo>
                      <a:pt x="3307" y="1"/>
                      <a:pt x="4371" y="321"/>
                      <a:pt x="4486" y="1052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lt2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2" name="Google Shape;2232;p32"/>
              <p:cNvSpPr/>
              <p:nvPr/>
            </p:nvSpPr>
            <p:spPr>
              <a:xfrm>
                <a:off x="-1505770" y="3888167"/>
                <a:ext cx="203097" cy="543597"/>
              </a:xfrm>
              <a:custGeom>
                <a:avLst/>
                <a:gdLst/>
                <a:ahLst/>
                <a:cxnLst/>
                <a:rect l="l" t="t" r="r" b="b"/>
                <a:pathLst>
                  <a:path w="3141" h="8407" fill="none" extrusionOk="0">
                    <a:moveTo>
                      <a:pt x="1" y="8406"/>
                    </a:moveTo>
                    <a:lnTo>
                      <a:pt x="3141" y="0"/>
                    </a:lnTo>
                  </a:path>
                </a:pathLst>
              </a:custGeom>
              <a:noFill/>
              <a:ln w="28575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233" name="Google Shape;2233;p32"/>
          <p:cNvGrpSpPr/>
          <p:nvPr/>
        </p:nvGrpSpPr>
        <p:grpSpPr>
          <a:xfrm rot="-1286215">
            <a:off x="2224354" y="4494121"/>
            <a:ext cx="646985" cy="435935"/>
            <a:chOff x="897994" y="4240309"/>
            <a:chExt cx="967900" cy="652165"/>
          </a:xfrm>
        </p:grpSpPr>
        <p:sp>
          <p:nvSpPr>
            <p:cNvPr id="2234" name="Google Shape;2234;p32"/>
            <p:cNvSpPr/>
            <p:nvPr/>
          </p:nvSpPr>
          <p:spPr>
            <a:xfrm>
              <a:off x="897994" y="4634158"/>
              <a:ext cx="370437" cy="243057"/>
            </a:xfrm>
            <a:custGeom>
              <a:avLst/>
              <a:gdLst/>
              <a:ahLst/>
              <a:cxnLst/>
              <a:rect l="l" t="t" r="r" b="b"/>
              <a:pathLst>
                <a:path w="5729" h="3759" extrusionOk="0">
                  <a:moveTo>
                    <a:pt x="2551" y="1"/>
                  </a:moveTo>
                  <a:cubicBezTo>
                    <a:pt x="1500" y="1"/>
                    <a:pt x="589" y="473"/>
                    <a:pt x="334" y="1239"/>
                  </a:cubicBezTo>
                  <a:cubicBezTo>
                    <a:pt x="1" y="2213"/>
                    <a:pt x="847" y="3277"/>
                    <a:pt x="2205" y="3635"/>
                  </a:cubicBezTo>
                  <a:cubicBezTo>
                    <a:pt x="2518" y="3719"/>
                    <a:pt x="2834" y="3759"/>
                    <a:pt x="3139" y="3759"/>
                  </a:cubicBezTo>
                  <a:cubicBezTo>
                    <a:pt x="4142" y="3759"/>
                    <a:pt x="5027" y="3328"/>
                    <a:pt x="5332" y="2610"/>
                  </a:cubicBezTo>
                  <a:cubicBezTo>
                    <a:pt x="5729" y="1649"/>
                    <a:pt x="4947" y="522"/>
                    <a:pt x="3538" y="137"/>
                  </a:cubicBezTo>
                  <a:cubicBezTo>
                    <a:pt x="3205" y="44"/>
                    <a:pt x="2872" y="1"/>
                    <a:pt x="255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5" name="Google Shape;2235;p32"/>
            <p:cNvSpPr/>
            <p:nvPr/>
          </p:nvSpPr>
          <p:spPr>
            <a:xfrm>
              <a:off x="897994" y="4617281"/>
              <a:ext cx="370437" cy="275193"/>
            </a:xfrm>
            <a:custGeom>
              <a:avLst/>
              <a:gdLst/>
              <a:ahLst/>
              <a:cxnLst/>
              <a:rect l="l" t="t" r="r" b="b"/>
              <a:pathLst>
                <a:path w="5729" h="4256" fill="none" extrusionOk="0">
                  <a:moveTo>
                    <a:pt x="5332" y="2871"/>
                  </a:moveTo>
                  <a:cubicBezTo>
                    <a:pt x="4934" y="3807"/>
                    <a:pt x="3550" y="4255"/>
                    <a:pt x="2205" y="3896"/>
                  </a:cubicBezTo>
                  <a:cubicBezTo>
                    <a:pt x="847" y="3538"/>
                    <a:pt x="1" y="2474"/>
                    <a:pt x="334" y="1500"/>
                  </a:cubicBezTo>
                  <a:cubicBezTo>
                    <a:pt x="667" y="501"/>
                    <a:pt x="2115" y="1"/>
                    <a:pt x="3538" y="398"/>
                  </a:cubicBezTo>
                  <a:cubicBezTo>
                    <a:pt x="4947" y="783"/>
                    <a:pt x="5729" y="1910"/>
                    <a:pt x="5332" y="2871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lt2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6" name="Google Shape;2236;p32"/>
            <p:cNvSpPr/>
            <p:nvPr/>
          </p:nvSpPr>
          <p:spPr>
            <a:xfrm>
              <a:off x="1228605" y="4240309"/>
              <a:ext cx="637289" cy="585044"/>
            </a:xfrm>
            <a:custGeom>
              <a:avLst/>
              <a:gdLst/>
              <a:ahLst/>
              <a:cxnLst/>
              <a:rect l="l" t="t" r="r" b="b"/>
              <a:pathLst>
                <a:path w="9856" h="9048" fill="none" extrusionOk="0">
                  <a:moveTo>
                    <a:pt x="1" y="9047"/>
                  </a:moveTo>
                  <a:lnTo>
                    <a:pt x="9855" y="0"/>
                  </a:lnTo>
                </a:path>
              </a:pathLst>
            </a:custGeom>
            <a:noFill/>
            <a:ln w="285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37" name="Google Shape;2237;p32"/>
          <p:cNvGrpSpPr/>
          <p:nvPr/>
        </p:nvGrpSpPr>
        <p:grpSpPr>
          <a:xfrm rot="-1286215">
            <a:off x="3885689" y="4912124"/>
            <a:ext cx="353986" cy="444231"/>
            <a:chOff x="-1130414" y="3808634"/>
            <a:chExt cx="529568" cy="664577"/>
          </a:xfrm>
        </p:grpSpPr>
        <p:sp>
          <p:nvSpPr>
            <p:cNvPr id="2238" name="Google Shape;2238;p32"/>
            <p:cNvSpPr/>
            <p:nvPr/>
          </p:nvSpPr>
          <p:spPr>
            <a:xfrm>
              <a:off x="-891751" y="3820984"/>
              <a:ext cx="290905" cy="163654"/>
            </a:xfrm>
            <a:custGeom>
              <a:avLst/>
              <a:gdLst/>
              <a:ahLst/>
              <a:cxnLst/>
              <a:rect l="l" t="t" r="r" b="b"/>
              <a:pathLst>
                <a:path w="4499" h="2531" extrusionOk="0">
                  <a:moveTo>
                    <a:pt x="3318" y="1"/>
                  </a:moveTo>
                  <a:cubicBezTo>
                    <a:pt x="2767" y="1"/>
                    <a:pt x="2047" y="215"/>
                    <a:pt x="1410" y="591"/>
                  </a:cubicBezTo>
                  <a:cubicBezTo>
                    <a:pt x="449" y="1142"/>
                    <a:pt x="0" y="1885"/>
                    <a:pt x="334" y="2269"/>
                  </a:cubicBezTo>
                  <a:cubicBezTo>
                    <a:pt x="481" y="2444"/>
                    <a:pt x="763" y="2530"/>
                    <a:pt x="1119" y="2530"/>
                  </a:cubicBezTo>
                  <a:cubicBezTo>
                    <a:pt x="1598" y="2530"/>
                    <a:pt x="2211" y="2373"/>
                    <a:pt x="2807" y="2064"/>
                  </a:cubicBezTo>
                  <a:cubicBezTo>
                    <a:pt x="3922" y="1501"/>
                    <a:pt x="4498" y="642"/>
                    <a:pt x="4050" y="219"/>
                  </a:cubicBezTo>
                  <a:cubicBezTo>
                    <a:pt x="3892" y="70"/>
                    <a:pt x="3632" y="1"/>
                    <a:pt x="33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9" name="Google Shape;2239;p32"/>
            <p:cNvSpPr/>
            <p:nvPr/>
          </p:nvSpPr>
          <p:spPr>
            <a:xfrm>
              <a:off x="-891751" y="3808634"/>
              <a:ext cx="290905" cy="185639"/>
            </a:xfrm>
            <a:custGeom>
              <a:avLst/>
              <a:gdLst/>
              <a:ahLst/>
              <a:cxnLst/>
              <a:rect l="l" t="t" r="r" b="b"/>
              <a:pathLst>
                <a:path w="4499" h="2871" fill="none" extrusionOk="0">
                  <a:moveTo>
                    <a:pt x="4050" y="410"/>
                  </a:moveTo>
                  <a:cubicBezTo>
                    <a:pt x="4498" y="833"/>
                    <a:pt x="3922" y="1692"/>
                    <a:pt x="2807" y="2255"/>
                  </a:cubicBezTo>
                  <a:cubicBezTo>
                    <a:pt x="1769" y="2794"/>
                    <a:pt x="680" y="2870"/>
                    <a:pt x="334" y="2460"/>
                  </a:cubicBezTo>
                  <a:cubicBezTo>
                    <a:pt x="0" y="2076"/>
                    <a:pt x="449" y="1333"/>
                    <a:pt x="1410" y="782"/>
                  </a:cubicBezTo>
                  <a:cubicBezTo>
                    <a:pt x="2410" y="192"/>
                    <a:pt x="3614" y="0"/>
                    <a:pt x="4050" y="410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0" name="Google Shape;2240;p32"/>
            <p:cNvSpPr/>
            <p:nvPr/>
          </p:nvSpPr>
          <p:spPr>
            <a:xfrm>
              <a:off x="-1130414" y="3927092"/>
              <a:ext cx="258640" cy="546118"/>
            </a:xfrm>
            <a:custGeom>
              <a:avLst/>
              <a:gdLst/>
              <a:ahLst/>
              <a:cxnLst/>
              <a:rect l="l" t="t" r="r" b="b"/>
              <a:pathLst>
                <a:path w="4000" h="8446" fill="none" extrusionOk="0">
                  <a:moveTo>
                    <a:pt x="3999" y="1"/>
                  </a:moveTo>
                  <a:lnTo>
                    <a:pt x="1" y="8445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41" name="Google Shape;2241;p32"/>
          <p:cNvGrpSpPr/>
          <p:nvPr/>
        </p:nvGrpSpPr>
        <p:grpSpPr>
          <a:xfrm rot="-1286215">
            <a:off x="3030094" y="4559747"/>
            <a:ext cx="916125" cy="388867"/>
            <a:chOff x="255847" y="3748111"/>
            <a:chExt cx="1370537" cy="581751"/>
          </a:xfrm>
        </p:grpSpPr>
        <p:sp>
          <p:nvSpPr>
            <p:cNvPr id="2242" name="Google Shape;2242;p32"/>
            <p:cNvSpPr/>
            <p:nvPr/>
          </p:nvSpPr>
          <p:spPr>
            <a:xfrm>
              <a:off x="255847" y="4064917"/>
              <a:ext cx="279331" cy="148653"/>
            </a:xfrm>
            <a:custGeom>
              <a:avLst/>
              <a:gdLst/>
              <a:ahLst/>
              <a:cxnLst/>
              <a:rect l="l" t="t" r="r" b="b"/>
              <a:pathLst>
                <a:path w="4320" h="2299" extrusionOk="0">
                  <a:moveTo>
                    <a:pt x="2042" y="1"/>
                  </a:moveTo>
                  <a:cubicBezTo>
                    <a:pt x="1195" y="1"/>
                    <a:pt x="445" y="332"/>
                    <a:pt x="244" y="829"/>
                  </a:cubicBezTo>
                  <a:cubicBezTo>
                    <a:pt x="1" y="1444"/>
                    <a:pt x="667" y="2084"/>
                    <a:pt x="1718" y="2251"/>
                  </a:cubicBezTo>
                  <a:cubicBezTo>
                    <a:pt x="1905" y="2283"/>
                    <a:pt x="2093" y="2298"/>
                    <a:pt x="2277" y="2298"/>
                  </a:cubicBezTo>
                  <a:cubicBezTo>
                    <a:pt x="3122" y="2298"/>
                    <a:pt x="3876" y="1975"/>
                    <a:pt x="4076" y="1469"/>
                  </a:cubicBezTo>
                  <a:cubicBezTo>
                    <a:pt x="4319" y="867"/>
                    <a:pt x="3653" y="226"/>
                    <a:pt x="2589" y="47"/>
                  </a:cubicBezTo>
                  <a:cubicBezTo>
                    <a:pt x="2405" y="16"/>
                    <a:pt x="2221" y="1"/>
                    <a:pt x="20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3" name="Google Shape;2243;p32"/>
            <p:cNvSpPr/>
            <p:nvPr/>
          </p:nvSpPr>
          <p:spPr>
            <a:xfrm>
              <a:off x="255848" y="4056349"/>
              <a:ext cx="279331" cy="165788"/>
            </a:xfrm>
            <a:custGeom>
              <a:avLst/>
              <a:gdLst/>
              <a:ahLst/>
              <a:cxnLst/>
              <a:rect l="l" t="t" r="r" b="b"/>
              <a:pathLst>
                <a:path w="4320" h="2564" fill="none" extrusionOk="0">
                  <a:moveTo>
                    <a:pt x="4076" y="1602"/>
                  </a:moveTo>
                  <a:cubicBezTo>
                    <a:pt x="3832" y="2217"/>
                    <a:pt x="2768" y="2563"/>
                    <a:pt x="1718" y="2384"/>
                  </a:cubicBezTo>
                  <a:cubicBezTo>
                    <a:pt x="667" y="2217"/>
                    <a:pt x="1" y="1577"/>
                    <a:pt x="244" y="962"/>
                  </a:cubicBezTo>
                  <a:cubicBezTo>
                    <a:pt x="487" y="359"/>
                    <a:pt x="1538" y="1"/>
                    <a:pt x="2589" y="180"/>
                  </a:cubicBezTo>
                  <a:cubicBezTo>
                    <a:pt x="3653" y="359"/>
                    <a:pt x="4319" y="1000"/>
                    <a:pt x="4076" y="1602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2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4" name="Google Shape;2244;p32"/>
            <p:cNvSpPr/>
            <p:nvPr/>
          </p:nvSpPr>
          <p:spPr>
            <a:xfrm>
              <a:off x="882282" y="4172674"/>
              <a:ext cx="279267" cy="148653"/>
            </a:xfrm>
            <a:custGeom>
              <a:avLst/>
              <a:gdLst/>
              <a:ahLst/>
              <a:cxnLst/>
              <a:rect l="l" t="t" r="r" b="b"/>
              <a:pathLst>
                <a:path w="4319" h="2299" extrusionOk="0">
                  <a:moveTo>
                    <a:pt x="2061" y="1"/>
                  </a:moveTo>
                  <a:cubicBezTo>
                    <a:pt x="1207" y="1"/>
                    <a:pt x="455" y="332"/>
                    <a:pt x="244" y="828"/>
                  </a:cubicBezTo>
                  <a:cubicBezTo>
                    <a:pt x="0" y="1444"/>
                    <a:pt x="654" y="2084"/>
                    <a:pt x="1717" y="2251"/>
                  </a:cubicBezTo>
                  <a:cubicBezTo>
                    <a:pt x="1905" y="2283"/>
                    <a:pt x="2093" y="2298"/>
                    <a:pt x="2277" y="2298"/>
                  </a:cubicBezTo>
                  <a:cubicBezTo>
                    <a:pt x="3122" y="2298"/>
                    <a:pt x="3875" y="1975"/>
                    <a:pt x="4075" y="1469"/>
                  </a:cubicBezTo>
                  <a:cubicBezTo>
                    <a:pt x="4319" y="867"/>
                    <a:pt x="3665" y="226"/>
                    <a:pt x="2614" y="47"/>
                  </a:cubicBezTo>
                  <a:cubicBezTo>
                    <a:pt x="2428" y="15"/>
                    <a:pt x="2242" y="1"/>
                    <a:pt x="206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5" name="Google Shape;2245;p32"/>
            <p:cNvSpPr/>
            <p:nvPr/>
          </p:nvSpPr>
          <p:spPr>
            <a:xfrm>
              <a:off x="882282" y="4164074"/>
              <a:ext cx="279267" cy="165788"/>
            </a:xfrm>
            <a:custGeom>
              <a:avLst/>
              <a:gdLst/>
              <a:ahLst/>
              <a:cxnLst/>
              <a:rect l="l" t="t" r="r" b="b"/>
              <a:pathLst>
                <a:path w="4319" h="2564" fill="none" extrusionOk="0">
                  <a:moveTo>
                    <a:pt x="4075" y="1602"/>
                  </a:moveTo>
                  <a:cubicBezTo>
                    <a:pt x="3832" y="2217"/>
                    <a:pt x="2768" y="2563"/>
                    <a:pt x="1717" y="2384"/>
                  </a:cubicBezTo>
                  <a:cubicBezTo>
                    <a:pt x="654" y="2217"/>
                    <a:pt x="0" y="1577"/>
                    <a:pt x="244" y="961"/>
                  </a:cubicBezTo>
                  <a:cubicBezTo>
                    <a:pt x="500" y="359"/>
                    <a:pt x="1551" y="0"/>
                    <a:pt x="2614" y="180"/>
                  </a:cubicBezTo>
                  <a:cubicBezTo>
                    <a:pt x="3665" y="359"/>
                    <a:pt x="4319" y="1000"/>
                    <a:pt x="4075" y="1602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2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6" name="Google Shape;2246;p32"/>
            <p:cNvSpPr/>
            <p:nvPr/>
          </p:nvSpPr>
          <p:spPr>
            <a:xfrm>
              <a:off x="506085" y="3748111"/>
              <a:ext cx="1120299" cy="527044"/>
            </a:xfrm>
            <a:custGeom>
              <a:avLst/>
              <a:gdLst/>
              <a:ahLst/>
              <a:cxnLst/>
              <a:rect l="l" t="t" r="r" b="b"/>
              <a:pathLst>
                <a:path w="17326" h="8151" fill="none" extrusionOk="0">
                  <a:moveTo>
                    <a:pt x="1" y="6664"/>
                  </a:moveTo>
                  <a:lnTo>
                    <a:pt x="8317" y="1"/>
                  </a:lnTo>
                  <a:lnTo>
                    <a:pt x="17326" y="1449"/>
                  </a:lnTo>
                  <a:lnTo>
                    <a:pt x="9829" y="8151"/>
                  </a:lnTo>
                </a:path>
              </a:pathLst>
            </a:custGeom>
            <a:noFill/>
            <a:ln w="2857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7" name="Google Shape;2247;p32"/>
            <p:cNvSpPr/>
            <p:nvPr/>
          </p:nvSpPr>
          <p:spPr>
            <a:xfrm>
              <a:off x="928644" y="3847560"/>
              <a:ext cx="577608" cy="101969"/>
            </a:xfrm>
            <a:custGeom>
              <a:avLst/>
              <a:gdLst/>
              <a:ahLst/>
              <a:cxnLst/>
              <a:rect l="l" t="t" r="r" b="b"/>
              <a:pathLst>
                <a:path w="8933" h="1577" fill="none" extrusionOk="0">
                  <a:moveTo>
                    <a:pt x="1" y="0"/>
                  </a:moveTo>
                  <a:lnTo>
                    <a:pt x="8933" y="1576"/>
                  </a:lnTo>
                </a:path>
              </a:pathLst>
            </a:custGeom>
            <a:noFill/>
            <a:ln w="2857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48" name="Google Shape;2248;p32"/>
          <p:cNvGrpSpPr/>
          <p:nvPr/>
        </p:nvGrpSpPr>
        <p:grpSpPr>
          <a:xfrm rot="-1286215">
            <a:off x="957308" y="4495379"/>
            <a:ext cx="1062343" cy="517365"/>
            <a:chOff x="1698430" y="4498823"/>
            <a:chExt cx="1589281" cy="773986"/>
          </a:xfrm>
        </p:grpSpPr>
        <p:sp>
          <p:nvSpPr>
            <p:cNvPr id="2249" name="Google Shape;2249;p32"/>
            <p:cNvSpPr/>
            <p:nvPr/>
          </p:nvSpPr>
          <p:spPr>
            <a:xfrm>
              <a:off x="1698430" y="4919182"/>
              <a:ext cx="299182" cy="231677"/>
            </a:xfrm>
            <a:custGeom>
              <a:avLst/>
              <a:gdLst/>
              <a:ahLst/>
              <a:cxnLst/>
              <a:rect l="l" t="t" r="r" b="b"/>
              <a:pathLst>
                <a:path w="4627" h="3583" extrusionOk="0">
                  <a:moveTo>
                    <a:pt x="1912" y="1"/>
                  </a:moveTo>
                  <a:cubicBezTo>
                    <a:pt x="1110" y="1"/>
                    <a:pt x="438" y="408"/>
                    <a:pt x="257" y="1086"/>
                  </a:cubicBezTo>
                  <a:cubicBezTo>
                    <a:pt x="1" y="1995"/>
                    <a:pt x="718" y="3046"/>
                    <a:pt x="1846" y="3431"/>
                  </a:cubicBezTo>
                  <a:cubicBezTo>
                    <a:pt x="2141" y="3533"/>
                    <a:pt x="2435" y="3582"/>
                    <a:pt x="2714" y="3582"/>
                  </a:cubicBezTo>
                  <a:cubicBezTo>
                    <a:pt x="3512" y="3582"/>
                    <a:pt x="4180" y="3182"/>
                    <a:pt x="4370" y="2508"/>
                  </a:cubicBezTo>
                  <a:cubicBezTo>
                    <a:pt x="4627" y="1598"/>
                    <a:pt x="3909" y="535"/>
                    <a:pt x="2768" y="150"/>
                  </a:cubicBezTo>
                  <a:cubicBezTo>
                    <a:pt x="2477" y="49"/>
                    <a:pt x="2187" y="1"/>
                    <a:pt x="19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0" name="Google Shape;2250;p32"/>
            <p:cNvSpPr/>
            <p:nvPr/>
          </p:nvSpPr>
          <p:spPr>
            <a:xfrm>
              <a:off x="1698430" y="4903146"/>
              <a:ext cx="299182" cy="263554"/>
            </a:xfrm>
            <a:custGeom>
              <a:avLst/>
              <a:gdLst/>
              <a:ahLst/>
              <a:cxnLst/>
              <a:rect l="l" t="t" r="r" b="b"/>
              <a:pathLst>
                <a:path w="4627" h="4076" fill="none" extrusionOk="0">
                  <a:moveTo>
                    <a:pt x="4370" y="2756"/>
                  </a:moveTo>
                  <a:cubicBezTo>
                    <a:pt x="4114" y="3666"/>
                    <a:pt x="2986" y="4076"/>
                    <a:pt x="1846" y="3679"/>
                  </a:cubicBezTo>
                  <a:cubicBezTo>
                    <a:pt x="718" y="3294"/>
                    <a:pt x="1" y="2243"/>
                    <a:pt x="257" y="1334"/>
                  </a:cubicBezTo>
                  <a:cubicBezTo>
                    <a:pt x="500" y="424"/>
                    <a:pt x="1628" y="1"/>
                    <a:pt x="2768" y="398"/>
                  </a:cubicBezTo>
                  <a:cubicBezTo>
                    <a:pt x="3909" y="783"/>
                    <a:pt x="4627" y="1846"/>
                    <a:pt x="4370" y="2756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1" name="Google Shape;2251;p32"/>
            <p:cNvSpPr/>
            <p:nvPr/>
          </p:nvSpPr>
          <p:spPr>
            <a:xfrm>
              <a:off x="2442482" y="5021152"/>
              <a:ext cx="309139" cy="235750"/>
            </a:xfrm>
            <a:custGeom>
              <a:avLst/>
              <a:gdLst/>
              <a:ahLst/>
              <a:cxnLst/>
              <a:rect l="l" t="t" r="r" b="b"/>
              <a:pathLst>
                <a:path w="4781" h="3646" extrusionOk="0">
                  <a:moveTo>
                    <a:pt x="1976" y="0"/>
                  </a:moveTo>
                  <a:cubicBezTo>
                    <a:pt x="1149" y="0"/>
                    <a:pt x="458" y="410"/>
                    <a:pt x="257" y="1098"/>
                  </a:cubicBezTo>
                  <a:cubicBezTo>
                    <a:pt x="1" y="2020"/>
                    <a:pt x="731" y="3084"/>
                    <a:pt x="1897" y="3494"/>
                  </a:cubicBezTo>
                  <a:cubicBezTo>
                    <a:pt x="2202" y="3596"/>
                    <a:pt x="2505" y="3645"/>
                    <a:pt x="2793" y="3645"/>
                  </a:cubicBezTo>
                  <a:cubicBezTo>
                    <a:pt x="3619" y="3645"/>
                    <a:pt x="4312" y="3243"/>
                    <a:pt x="4512" y="2558"/>
                  </a:cubicBezTo>
                  <a:cubicBezTo>
                    <a:pt x="4781" y="1623"/>
                    <a:pt x="4038" y="547"/>
                    <a:pt x="2859" y="149"/>
                  </a:cubicBezTo>
                  <a:cubicBezTo>
                    <a:pt x="2558" y="48"/>
                    <a:pt x="2259" y="0"/>
                    <a:pt x="19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2" name="Google Shape;2252;p32"/>
            <p:cNvSpPr/>
            <p:nvPr/>
          </p:nvSpPr>
          <p:spPr>
            <a:xfrm>
              <a:off x="2442482" y="5005116"/>
              <a:ext cx="309139" cy="267692"/>
            </a:xfrm>
            <a:custGeom>
              <a:avLst/>
              <a:gdLst/>
              <a:ahLst/>
              <a:cxnLst/>
              <a:rect l="l" t="t" r="r" b="b"/>
              <a:pathLst>
                <a:path w="4781" h="4140" fill="none" extrusionOk="0">
                  <a:moveTo>
                    <a:pt x="4512" y="2806"/>
                  </a:moveTo>
                  <a:cubicBezTo>
                    <a:pt x="4243" y="3729"/>
                    <a:pt x="3076" y="4139"/>
                    <a:pt x="1897" y="3742"/>
                  </a:cubicBezTo>
                  <a:cubicBezTo>
                    <a:pt x="731" y="3332"/>
                    <a:pt x="1" y="2268"/>
                    <a:pt x="257" y="1346"/>
                  </a:cubicBezTo>
                  <a:cubicBezTo>
                    <a:pt x="526" y="423"/>
                    <a:pt x="1680" y="0"/>
                    <a:pt x="2859" y="397"/>
                  </a:cubicBezTo>
                  <a:cubicBezTo>
                    <a:pt x="4038" y="795"/>
                    <a:pt x="4781" y="1871"/>
                    <a:pt x="4512" y="2806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3" name="Google Shape;2253;p32"/>
            <p:cNvSpPr/>
            <p:nvPr/>
          </p:nvSpPr>
          <p:spPr>
            <a:xfrm>
              <a:off x="1960242" y="4498823"/>
              <a:ext cx="1327470" cy="711777"/>
            </a:xfrm>
            <a:custGeom>
              <a:avLst/>
              <a:gdLst/>
              <a:ahLst/>
              <a:cxnLst/>
              <a:rect l="l" t="t" r="r" b="b"/>
              <a:pathLst>
                <a:path w="20530" h="11008" fill="none" extrusionOk="0">
                  <a:moveTo>
                    <a:pt x="1" y="9560"/>
                  </a:moveTo>
                  <a:lnTo>
                    <a:pt x="9022" y="0"/>
                  </a:lnTo>
                  <a:lnTo>
                    <a:pt x="20530" y="1115"/>
                  </a:lnTo>
                  <a:lnTo>
                    <a:pt x="11790" y="1100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4" name="Google Shape;2254;p32"/>
            <p:cNvSpPr/>
            <p:nvPr/>
          </p:nvSpPr>
          <p:spPr>
            <a:xfrm>
              <a:off x="2444163" y="4604026"/>
              <a:ext cx="732533" cy="92916"/>
            </a:xfrm>
            <a:custGeom>
              <a:avLst/>
              <a:gdLst/>
              <a:ahLst/>
              <a:cxnLst/>
              <a:rect l="l" t="t" r="r" b="b"/>
              <a:pathLst>
                <a:path w="11329" h="1437" fill="none" extrusionOk="0">
                  <a:moveTo>
                    <a:pt x="1" y="1"/>
                  </a:moveTo>
                  <a:lnTo>
                    <a:pt x="11329" y="1436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55" name="Google Shape;2255;p32"/>
          <p:cNvGrpSpPr/>
          <p:nvPr/>
        </p:nvGrpSpPr>
        <p:grpSpPr>
          <a:xfrm rot="1733086" flipH="1">
            <a:off x="-541853" y="2660796"/>
            <a:ext cx="558917" cy="617053"/>
            <a:chOff x="6799261" y="3792016"/>
            <a:chExt cx="836125" cy="923094"/>
          </a:xfrm>
        </p:grpSpPr>
        <p:sp>
          <p:nvSpPr>
            <p:cNvPr id="2256" name="Google Shape;2256;p32"/>
            <p:cNvSpPr/>
            <p:nvPr/>
          </p:nvSpPr>
          <p:spPr>
            <a:xfrm>
              <a:off x="6799261" y="4450327"/>
              <a:ext cx="253597" cy="227733"/>
            </a:xfrm>
            <a:custGeom>
              <a:avLst/>
              <a:gdLst/>
              <a:ahLst/>
              <a:cxnLst/>
              <a:rect l="l" t="t" r="r" b="b"/>
              <a:pathLst>
                <a:path w="3922" h="3522" extrusionOk="0">
                  <a:moveTo>
                    <a:pt x="2548" y="0"/>
                  </a:moveTo>
                  <a:cubicBezTo>
                    <a:pt x="2122" y="0"/>
                    <a:pt x="1633" y="183"/>
                    <a:pt x="1192" y="545"/>
                  </a:cubicBezTo>
                  <a:cubicBezTo>
                    <a:pt x="346" y="1250"/>
                    <a:pt x="0" y="2352"/>
                    <a:pt x="423" y="3031"/>
                  </a:cubicBezTo>
                  <a:cubicBezTo>
                    <a:pt x="625" y="3358"/>
                    <a:pt x="974" y="3522"/>
                    <a:pt x="1377" y="3522"/>
                  </a:cubicBezTo>
                  <a:cubicBezTo>
                    <a:pt x="1796" y="3522"/>
                    <a:pt x="2273" y="3345"/>
                    <a:pt x="2704" y="2993"/>
                  </a:cubicBezTo>
                  <a:cubicBezTo>
                    <a:pt x="3563" y="2288"/>
                    <a:pt x="3922" y="1173"/>
                    <a:pt x="3499" y="494"/>
                  </a:cubicBezTo>
                  <a:cubicBezTo>
                    <a:pt x="3299" y="164"/>
                    <a:pt x="2952" y="0"/>
                    <a:pt x="25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7" name="Google Shape;2257;p32"/>
            <p:cNvSpPr/>
            <p:nvPr/>
          </p:nvSpPr>
          <p:spPr>
            <a:xfrm>
              <a:off x="6799261" y="4438300"/>
              <a:ext cx="253597" cy="251139"/>
            </a:xfrm>
            <a:custGeom>
              <a:avLst/>
              <a:gdLst/>
              <a:ahLst/>
              <a:cxnLst/>
              <a:rect l="l" t="t" r="r" b="b"/>
              <a:pathLst>
                <a:path w="3922" h="3884" fill="none" extrusionOk="0">
                  <a:moveTo>
                    <a:pt x="3499" y="680"/>
                  </a:moveTo>
                  <a:cubicBezTo>
                    <a:pt x="3922" y="1359"/>
                    <a:pt x="3563" y="2474"/>
                    <a:pt x="2704" y="3179"/>
                  </a:cubicBezTo>
                  <a:cubicBezTo>
                    <a:pt x="1859" y="3871"/>
                    <a:pt x="833" y="3884"/>
                    <a:pt x="423" y="3217"/>
                  </a:cubicBezTo>
                  <a:cubicBezTo>
                    <a:pt x="0" y="2538"/>
                    <a:pt x="346" y="1436"/>
                    <a:pt x="1192" y="731"/>
                  </a:cubicBezTo>
                  <a:cubicBezTo>
                    <a:pt x="2051" y="27"/>
                    <a:pt x="3089" y="1"/>
                    <a:pt x="3499" y="680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8" name="Google Shape;2258;p32"/>
            <p:cNvSpPr/>
            <p:nvPr/>
          </p:nvSpPr>
          <p:spPr>
            <a:xfrm>
              <a:off x="7369310" y="4471213"/>
              <a:ext cx="266076" cy="232323"/>
            </a:xfrm>
            <a:custGeom>
              <a:avLst/>
              <a:gdLst/>
              <a:ahLst/>
              <a:cxnLst/>
              <a:rect l="l" t="t" r="r" b="b"/>
              <a:pathLst>
                <a:path w="4115" h="3593" extrusionOk="0">
                  <a:moveTo>
                    <a:pt x="2700" y="1"/>
                  </a:moveTo>
                  <a:cubicBezTo>
                    <a:pt x="2254" y="1"/>
                    <a:pt x="1743" y="187"/>
                    <a:pt x="1282" y="556"/>
                  </a:cubicBezTo>
                  <a:cubicBezTo>
                    <a:pt x="385" y="1273"/>
                    <a:pt x="1" y="2401"/>
                    <a:pt x="424" y="3093"/>
                  </a:cubicBezTo>
                  <a:cubicBezTo>
                    <a:pt x="631" y="3426"/>
                    <a:pt x="993" y="3593"/>
                    <a:pt x="1414" y="3593"/>
                  </a:cubicBezTo>
                  <a:cubicBezTo>
                    <a:pt x="1850" y="3593"/>
                    <a:pt x="2350" y="3413"/>
                    <a:pt x="2807" y="3054"/>
                  </a:cubicBezTo>
                  <a:cubicBezTo>
                    <a:pt x="3717" y="2337"/>
                    <a:pt x="4114" y="1196"/>
                    <a:pt x="3691" y="504"/>
                  </a:cubicBezTo>
                  <a:cubicBezTo>
                    <a:pt x="3486" y="168"/>
                    <a:pt x="3122" y="1"/>
                    <a:pt x="270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9" name="Google Shape;2259;p32"/>
            <p:cNvSpPr/>
            <p:nvPr/>
          </p:nvSpPr>
          <p:spPr>
            <a:xfrm>
              <a:off x="7369310" y="4459056"/>
              <a:ext cx="266076" cy="256054"/>
            </a:xfrm>
            <a:custGeom>
              <a:avLst/>
              <a:gdLst/>
              <a:ahLst/>
              <a:cxnLst/>
              <a:rect l="l" t="t" r="r" b="b"/>
              <a:pathLst>
                <a:path w="4115" h="3960" fill="none" extrusionOk="0">
                  <a:moveTo>
                    <a:pt x="3691" y="692"/>
                  </a:moveTo>
                  <a:cubicBezTo>
                    <a:pt x="4114" y="1384"/>
                    <a:pt x="3717" y="2525"/>
                    <a:pt x="2807" y="3242"/>
                  </a:cubicBezTo>
                  <a:cubicBezTo>
                    <a:pt x="1910" y="3947"/>
                    <a:pt x="847" y="3960"/>
                    <a:pt x="424" y="3281"/>
                  </a:cubicBezTo>
                  <a:cubicBezTo>
                    <a:pt x="1" y="2589"/>
                    <a:pt x="385" y="1461"/>
                    <a:pt x="1282" y="744"/>
                  </a:cubicBezTo>
                  <a:cubicBezTo>
                    <a:pt x="2179" y="26"/>
                    <a:pt x="3269" y="0"/>
                    <a:pt x="3691" y="692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0" name="Google Shape;2260;p32"/>
            <p:cNvSpPr/>
            <p:nvPr/>
          </p:nvSpPr>
          <p:spPr>
            <a:xfrm>
              <a:off x="6865538" y="3792016"/>
              <a:ext cx="750767" cy="732533"/>
            </a:xfrm>
            <a:custGeom>
              <a:avLst/>
              <a:gdLst/>
              <a:ahLst/>
              <a:cxnLst/>
              <a:rect l="l" t="t" r="r" b="b"/>
              <a:pathLst>
                <a:path w="11611" h="11329" fill="none" extrusionOk="0">
                  <a:moveTo>
                    <a:pt x="2615" y="11008"/>
                  </a:moveTo>
                  <a:lnTo>
                    <a:pt x="1" y="1"/>
                  </a:lnTo>
                  <a:lnTo>
                    <a:pt x="8638" y="398"/>
                  </a:lnTo>
                  <a:lnTo>
                    <a:pt x="11611" y="11329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1" name="Google Shape;2261;p32"/>
            <p:cNvSpPr/>
            <p:nvPr/>
          </p:nvSpPr>
          <p:spPr>
            <a:xfrm>
              <a:off x="6901166" y="3942029"/>
              <a:ext cx="567650" cy="40671"/>
            </a:xfrm>
            <a:custGeom>
              <a:avLst/>
              <a:gdLst/>
              <a:ahLst/>
              <a:cxnLst/>
              <a:rect l="l" t="t" r="r" b="b"/>
              <a:pathLst>
                <a:path w="8779" h="629" fill="none" extrusionOk="0">
                  <a:moveTo>
                    <a:pt x="1" y="0"/>
                  </a:moveTo>
                  <a:lnTo>
                    <a:pt x="8779" y="62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62" name="Google Shape;2262;p32"/>
          <p:cNvGrpSpPr/>
          <p:nvPr/>
        </p:nvGrpSpPr>
        <p:grpSpPr>
          <a:xfrm rot="1733086" flipH="1">
            <a:off x="731158" y="4175482"/>
            <a:ext cx="412130" cy="532293"/>
            <a:chOff x="3429335" y="3683515"/>
            <a:chExt cx="616535" cy="796296"/>
          </a:xfrm>
        </p:grpSpPr>
        <p:sp>
          <p:nvSpPr>
            <p:cNvPr id="2263" name="Google Shape;2263;p32"/>
            <p:cNvSpPr/>
            <p:nvPr/>
          </p:nvSpPr>
          <p:spPr>
            <a:xfrm>
              <a:off x="3429335" y="4045163"/>
              <a:ext cx="174129" cy="133458"/>
            </a:xfrm>
            <a:custGeom>
              <a:avLst/>
              <a:gdLst/>
              <a:ahLst/>
              <a:cxnLst/>
              <a:rect l="l" t="t" r="r" b="b"/>
              <a:pathLst>
                <a:path w="2693" h="2064" extrusionOk="0">
                  <a:moveTo>
                    <a:pt x="1289" y="0"/>
                  </a:moveTo>
                  <a:cubicBezTo>
                    <a:pt x="635" y="0"/>
                    <a:pt x="88" y="392"/>
                    <a:pt x="52" y="917"/>
                  </a:cubicBezTo>
                  <a:cubicBezTo>
                    <a:pt x="1" y="1481"/>
                    <a:pt x="539" y="1993"/>
                    <a:pt x="1257" y="2057"/>
                  </a:cubicBezTo>
                  <a:cubicBezTo>
                    <a:pt x="1306" y="2062"/>
                    <a:pt x="1356" y="2064"/>
                    <a:pt x="1404" y="2064"/>
                  </a:cubicBezTo>
                  <a:cubicBezTo>
                    <a:pt x="2057" y="2064"/>
                    <a:pt x="2593" y="1672"/>
                    <a:pt x="2641" y="1147"/>
                  </a:cubicBezTo>
                  <a:cubicBezTo>
                    <a:pt x="2692" y="571"/>
                    <a:pt x="2154" y="58"/>
                    <a:pt x="1436" y="7"/>
                  </a:cubicBezTo>
                  <a:cubicBezTo>
                    <a:pt x="1387" y="3"/>
                    <a:pt x="1337" y="0"/>
                    <a:pt x="12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4" name="Google Shape;2264;p32"/>
            <p:cNvSpPr/>
            <p:nvPr/>
          </p:nvSpPr>
          <p:spPr>
            <a:xfrm>
              <a:off x="3429335" y="4041413"/>
              <a:ext cx="174129" cy="140959"/>
            </a:xfrm>
            <a:custGeom>
              <a:avLst/>
              <a:gdLst/>
              <a:ahLst/>
              <a:cxnLst/>
              <a:rect l="l" t="t" r="r" b="b"/>
              <a:pathLst>
                <a:path w="2693" h="2180" fill="none" extrusionOk="0">
                  <a:moveTo>
                    <a:pt x="2641" y="1205"/>
                  </a:moveTo>
                  <a:cubicBezTo>
                    <a:pt x="2590" y="1769"/>
                    <a:pt x="1974" y="2179"/>
                    <a:pt x="1257" y="2115"/>
                  </a:cubicBezTo>
                  <a:cubicBezTo>
                    <a:pt x="539" y="2051"/>
                    <a:pt x="1" y="1539"/>
                    <a:pt x="52" y="975"/>
                  </a:cubicBezTo>
                  <a:cubicBezTo>
                    <a:pt x="91" y="411"/>
                    <a:pt x="719" y="1"/>
                    <a:pt x="1436" y="65"/>
                  </a:cubicBezTo>
                  <a:cubicBezTo>
                    <a:pt x="2154" y="116"/>
                    <a:pt x="2692" y="629"/>
                    <a:pt x="2641" y="1205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lt2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5" name="Google Shape;2265;p32"/>
            <p:cNvSpPr/>
            <p:nvPr/>
          </p:nvSpPr>
          <p:spPr>
            <a:xfrm>
              <a:off x="3711902" y="4342602"/>
              <a:ext cx="174065" cy="134169"/>
            </a:xfrm>
            <a:custGeom>
              <a:avLst/>
              <a:gdLst/>
              <a:ahLst/>
              <a:cxnLst/>
              <a:rect l="l" t="t" r="r" b="b"/>
              <a:pathLst>
                <a:path w="2692" h="2075" extrusionOk="0">
                  <a:moveTo>
                    <a:pt x="1289" y="1"/>
                  </a:moveTo>
                  <a:cubicBezTo>
                    <a:pt x="636" y="1"/>
                    <a:pt x="100" y="393"/>
                    <a:pt x="52" y="930"/>
                  </a:cubicBezTo>
                  <a:cubicBezTo>
                    <a:pt x="1" y="1494"/>
                    <a:pt x="539" y="2006"/>
                    <a:pt x="1257" y="2070"/>
                  </a:cubicBezTo>
                  <a:cubicBezTo>
                    <a:pt x="1298" y="2073"/>
                    <a:pt x="1340" y="2075"/>
                    <a:pt x="1381" y="2075"/>
                  </a:cubicBezTo>
                  <a:cubicBezTo>
                    <a:pt x="2045" y="2075"/>
                    <a:pt x="2605" y="1691"/>
                    <a:pt x="2653" y="1148"/>
                  </a:cubicBezTo>
                  <a:cubicBezTo>
                    <a:pt x="2692" y="584"/>
                    <a:pt x="2154" y="71"/>
                    <a:pt x="1436" y="7"/>
                  </a:cubicBezTo>
                  <a:cubicBezTo>
                    <a:pt x="1386" y="3"/>
                    <a:pt x="1337" y="1"/>
                    <a:pt x="12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6" name="Google Shape;2266;p32"/>
            <p:cNvSpPr/>
            <p:nvPr/>
          </p:nvSpPr>
          <p:spPr>
            <a:xfrm>
              <a:off x="3711902" y="4338917"/>
              <a:ext cx="174065" cy="140894"/>
            </a:xfrm>
            <a:custGeom>
              <a:avLst/>
              <a:gdLst/>
              <a:ahLst/>
              <a:cxnLst/>
              <a:rect l="l" t="t" r="r" b="b"/>
              <a:pathLst>
                <a:path w="2692" h="2179" fill="none" extrusionOk="0">
                  <a:moveTo>
                    <a:pt x="2653" y="1205"/>
                  </a:moveTo>
                  <a:cubicBezTo>
                    <a:pt x="2602" y="1781"/>
                    <a:pt x="1974" y="2179"/>
                    <a:pt x="1257" y="2127"/>
                  </a:cubicBezTo>
                  <a:cubicBezTo>
                    <a:pt x="539" y="2063"/>
                    <a:pt x="1" y="1551"/>
                    <a:pt x="52" y="987"/>
                  </a:cubicBezTo>
                  <a:cubicBezTo>
                    <a:pt x="103" y="410"/>
                    <a:pt x="718" y="0"/>
                    <a:pt x="1436" y="64"/>
                  </a:cubicBezTo>
                  <a:cubicBezTo>
                    <a:pt x="2154" y="128"/>
                    <a:pt x="2692" y="641"/>
                    <a:pt x="2653" y="1205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lt2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7" name="Google Shape;2267;p32"/>
            <p:cNvSpPr/>
            <p:nvPr/>
          </p:nvSpPr>
          <p:spPr>
            <a:xfrm>
              <a:off x="3595901" y="3683515"/>
              <a:ext cx="449969" cy="749086"/>
            </a:xfrm>
            <a:custGeom>
              <a:avLst/>
              <a:gdLst/>
              <a:ahLst/>
              <a:cxnLst/>
              <a:rect l="l" t="t" r="r" b="b"/>
              <a:pathLst>
                <a:path w="6959" h="11585" fill="none" extrusionOk="0">
                  <a:moveTo>
                    <a:pt x="1" y="6984"/>
                  </a:moveTo>
                  <a:lnTo>
                    <a:pt x="2897" y="0"/>
                  </a:lnTo>
                  <a:lnTo>
                    <a:pt x="6959" y="4536"/>
                  </a:lnTo>
                  <a:lnTo>
                    <a:pt x="4383" y="11584"/>
                  </a:lnTo>
                </a:path>
              </a:pathLst>
            </a:custGeom>
            <a:noFill/>
            <a:ln w="285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8" name="Google Shape;2268;p32"/>
            <p:cNvSpPr/>
            <p:nvPr/>
          </p:nvSpPr>
          <p:spPr>
            <a:xfrm>
              <a:off x="3744233" y="3777920"/>
              <a:ext cx="262714" cy="303320"/>
            </a:xfrm>
            <a:custGeom>
              <a:avLst/>
              <a:gdLst/>
              <a:ahLst/>
              <a:cxnLst/>
              <a:rect l="l" t="t" r="r" b="b"/>
              <a:pathLst>
                <a:path w="4063" h="4691" fill="none" extrusionOk="0">
                  <a:moveTo>
                    <a:pt x="0" y="1"/>
                  </a:moveTo>
                  <a:lnTo>
                    <a:pt x="4063" y="4691"/>
                  </a:lnTo>
                </a:path>
              </a:pathLst>
            </a:custGeom>
            <a:noFill/>
            <a:ln w="285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69" name="Google Shape;2269;p32"/>
          <p:cNvGrpSpPr/>
          <p:nvPr/>
        </p:nvGrpSpPr>
        <p:grpSpPr>
          <a:xfrm rot="1733086" flipH="1">
            <a:off x="4731206" y="4861364"/>
            <a:ext cx="412130" cy="532336"/>
            <a:chOff x="-1381427" y="4599887"/>
            <a:chExt cx="616535" cy="796360"/>
          </a:xfrm>
        </p:grpSpPr>
        <p:sp>
          <p:nvSpPr>
            <p:cNvPr id="2270" name="Google Shape;2270;p32"/>
            <p:cNvSpPr/>
            <p:nvPr/>
          </p:nvSpPr>
          <p:spPr>
            <a:xfrm>
              <a:off x="-1381427" y="4960888"/>
              <a:ext cx="174065" cy="134169"/>
            </a:xfrm>
            <a:custGeom>
              <a:avLst/>
              <a:gdLst/>
              <a:ahLst/>
              <a:cxnLst/>
              <a:rect l="l" t="t" r="r" b="b"/>
              <a:pathLst>
                <a:path w="2692" h="2075" extrusionOk="0">
                  <a:moveTo>
                    <a:pt x="1314" y="1"/>
                  </a:moveTo>
                  <a:cubicBezTo>
                    <a:pt x="649" y="1"/>
                    <a:pt x="88" y="396"/>
                    <a:pt x="51" y="927"/>
                  </a:cubicBezTo>
                  <a:cubicBezTo>
                    <a:pt x="0" y="1491"/>
                    <a:pt x="538" y="2004"/>
                    <a:pt x="1256" y="2068"/>
                  </a:cubicBezTo>
                  <a:cubicBezTo>
                    <a:pt x="1306" y="2072"/>
                    <a:pt x="1355" y="2075"/>
                    <a:pt x="1403" y="2075"/>
                  </a:cubicBezTo>
                  <a:cubicBezTo>
                    <a:pt x="2056" y="2075"/>
                    <a:pt x="2592" y="1683"/>
                    <a:pt x="2640" y="1158"/>
                  </a:cubicBezTo>
                  <a:cubicBezTo>
                    <a:pt x="2691" y="581"/>
                    <a:pt x="2153" y="69"/>
                    <a:pt x="1435" y="5"/>
                  </a:cubicBezTo>
                  <a:cubicBezTo>
                    <a:pt x="1395" y="2"/>
                    <a:pt x="1354" y="1"/>
                    <a:pt x="131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1" name="Google Shape;2271;p32"/>
            <p:cNvSpPr/>
            <p:nvPr/>
          </p:nvSpPr>
          <p:spPr>
            <a:xfrm>
              <a:off x="-1381427" y="4957849"/>
              <a:ext cx="174065" cy="140959"/>
            </a:xfrm>
            <a:custGeom>
              <a:avLst/>
              <a:gdLst/>
              <a:ahLst/>
              <a:cxnLst/>
              <a:rect l="l" t="t" r="r" b="b"/>
              <a:pathLst>
                <a:path w="2692" h="2180" fill="none" extrusionOk="0">
                  <a:moveTo>
                    <a:pt x="2640" y="1205"/>
                  </a:moveTo>
                  <a:cubicBezTo>
                    <a:pt x="2589" y="1769"/>
                    <a:pt x="1974" y="2179"/>
                    <a:pt x="1256" y="2115"/>
                  </a:cubicBezTo>
                  <a:cubicBezTo>
                    <a:pt x="538" y="2051"/>
                    <a:pt x="0" y="1538"/>
                    <a:pt x="51" y="974"/>
                  </a:cubicBezTo>
                  <a:cubicBezTo>
                    <a:pt x="90" y="411"/>
                    <a:pt x="718" y="1"/>
                    <a:pt x="1435" y="52"/>
                  </a:cubicBezTo>
                  <a:cubicBezTo>
                    <a:pt x="2153" y="116"/>
                    <a:pt x="2691" y="628"/>
                    <a:pt x="2640" y="1205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2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2" name="Google Shape;2272;p32"/>
            <p:cNvSpPr/>
            <p:nvPr/>
          </p:nvSpPr>
          <p:spPr>
            <a:xfrm>
              <a:off x="-1098925" y="5259039"/>
              <a:ext cx="174065" cy="134169"/>
            </a:xfrm>
            <a:custGeom>
              <a:avLst/>
              <a:gdLst/>
              <a:ahLst/>
              <a:cxnLst/>
              <a:rect l="l" t="t" r="r" b="b"/>
              <a:pathLst>
                <a:path w="2692" h="2075" extrusionOk="0">
                  <a:moveTo>
                    <a:pt x="1289" y="0"/>
                  </a:moveTo>
                  <a:cubicBezTo>
                    <a:pt x="636" y="0"/>
                    <a:pt x="100" y="392"/>
                    <a:pt x="52" y="917"/>
                  </a:cubicBezTo>
                  <a:cubicBezTo>
                    <a:pt x="1" y="1493"/>
                    <a:pt x="539" y="2006"/>
                    <a:pt x="1257" y="2070"/>
                  </a:cubicBezTo>
                  <a:cubicBezTo>
                    <a:pt x="1297" y="2073"/>
                    <a:pt x="1338" y="2074"/>
                    <a:pt x="1378" y="2074"/>
                  </a:cubicBezTo>
                  <a:cubicBezTo>
                    <a:pt x="2044" y="2074"/>
                    <a:pt x="2605" y="1679"/>
                    <a:pt x="2653" y="1148"/>
                  </a:cubicBezTo>
                  <a:cubicBezTo>
                    <a:pt x="2692" y="584"/>
                    <a:pt x="2154" y="71"/>
                    <a:pt x="1436" y="7"/>
                  </a:cubicBezTo>
                  <a:cubicBezTo>
                    <a:pt x="1386" y="3"/>
                    <a:pt x="1337" y="0"/>
                    <a:pt x="12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3" name="Google Shape;2273;p32"/>
            <p:cNvSpPr/>
            <p:nvPr/>
          </p:nvSpPr>
          <p:spPr>
            <a:xfrm>
              <a:off x="-1098925" y="5255289"/>
              <a:ext cx="174065" cy="140959"/>
            </a:xfrm>
            <a:custGeom>
              <a:avLst/>
              <a:gdLst/>
              <a:ahLst/>
              <a:cxnLst/>
              <a:rect l="l" t="t" r="r" b="b"/>
              <a:pathLst>
                <a:path w="2692" h="2180" fill="none" extrusionOk="0">
                  <a:moveTo>
                    <a:pt x="2653" y="1206"/>
                  </a:moveTo>
                  <a:cubicBezTo>
                    <a:pt x="2602" y="1769"/>
                    <a:pt x="1974" y="2179"/>
                    <a:pt x="1257" y="2128"/>
                  </a:cubicBezTo>
                  <a:cubicBezTo>
                    <a:pt x="539" y="2064"/>
                    <a:pt x="1" y="1551"/>
                    <a:pt x="52" y="975"/>
                  </a:cubicBezTo>
                  <a:cubicBezTo>
                    <a:pt x="103" y="411"/>
                    <a:pt x="718" y="1"/>
                    <a:pt x="1436" y="65"/>
                  </a:cubicBezTo>
                  <a:cubicBezTo>
                    <a:pt x="2154" y="129"/>
                    <a:pt x="2692" y="642"/>
                    <a:pt x="2653" y="1206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2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4" name="Google Shape;2274;p32"/>
            <p:cNvSpPr/>
            <p:nvPr/>
          </p:nvSpPr>
          <p:spPr>
            <a:xfrm>
              <a:off x="-1214926" y="4599887"/>
              <a:ext cx="450034" cy="748310"/>
            </a:xfrm>
            <a:custGeom>
              <a:avLst/>
              <a:gdLst/>
              <a:ahLst/>
              <a:cxnLst/>
              <a:rect l="l" t="t" r="r" b="b"/>
              <a:pathLst>
                <a:path w="6960" h="11573" fill="none" extrusionOk="0">
                  <a:moveTo>
                    <a:pt x="1" y="6972"/>
                  </a:moveTo>
                  <a:lnTo>
                    <a:pt x="2897" y="1"/>
                  </a:lnTo>
                  <a:lnTo>
                    <a:pt x="6959" y="4537"/>
                  </a:lnTo>
                  <a:lnTo>
                    <a:pt x="4383" y="11572"/>
                  </a:lnTo>
                </a:path>
              </a:pathLst>
            </a:custGeom>
            <a:noFill/>
            <a:ln w="2857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5" name="Google Shape;2275;p32"/>
            <p:cNvSpPr/>
            <p:nvPr/>
          </p:nvSpPr>
          <p:spPr>
            <a:xfrm>
              <a:off x="-1066594" y="4694357"/>
              <a:ext cx="262714" cy="303320"/>
            </a:xfrm>
            <a:custGeom>
              <a:avLst/>
              <a:gdLst/>
              <a:ahLst/>
              <a:cxnLst/>
              <a:rect l="l" t="t" r="r" b="b"/>
              <a:pathLst>
                <a:path w="4063" h="4691" fill="none" extrusionOk="0">
                  <a:moveTo>
                    <a:pt x="1" y="1"/>
                  </a:moveTo>
                  <a:lnTo>
                    <a:pt x="4063" y="4691"/>
                  </a:lnTo>
                </a:path>
              </a:pathLst>
            </a:custGeom>
            <a:noFill/>
            <a:ln w="2857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76" name="Google Shape;2276;p32"/>
          <p:cNvGrpSpPr/>
          <p:nvPr/>
        </p:nvGrpSpPr>
        <p:grpSpPr>
          <a:xfrm rot="1385326">
            <a:off x="6308460" y="-214460"/>
            <a:ext cx="3039911" cy="1424201"/>
            <a:chOff x="5250782" y="5679875"/>
            <a:chExt cx="3039575" cy="1424044"/>
          </a:xfrm>
        </p:grpSpPr>
        <p:grpSp>
          <p:nvGrpSpPr>
            <p:cNvPr id="2277" name="Google Shape;2277;p32"/>
            <p:cNvGrpSpPr/>
            <p:nvPr/>
          </p:nvGrpSpPr>
          <p:grpSpPr>
            <a:xfrm>
              <a:off x="5250782" y="5679875"/>
              <a:ext cx="3039575" cy="1424044"/>
              <a:chOff x="5250782" y="5679875"/>
              <a:chExt cx="3039575" cy="1424044"/>
            </a:xfrm>
          </p:grpSpPr>
          <p:sp>
            <p:nvSpPr>
              <p:cNvPr id="2278" name="Google Shape;2278;p32"/>
              <p:cNvSpPr/>
              <p:nvPr/>
            </p:nvSpPr>
            <p:spPr>
              <a:xfrm>
                <a:off x="5250782" y="5760619"/>
                <a:ext cx="3039575" cy="1343300"/>
              </a:xfrm>
              <a:custGeom>
                <a:avLst/>
                <a:gdLst/>
                <a:ahLst/>
                <a:cxnLst/>
                <a:rect l="l" t="t" r="r" b="b"/>
                <a:pathLst>
                  <a:path w="86845" h="38380" fill="none" extrusionOk="0">
                    <a:moveTo>
                      <a:pt x="1" y="0"/>
                    </a:moveTo>
                    <a:cubicBezTo>
                      <a:pt x="12662" y="18222"/>
                      <a:pt x="37471" y="38379"/>
                      <a:pt x="71736" y="21644"/>
                    </a:cubicBezTo>
                    <a:cubicBezTo>
                      <a:pt x="77875" y="18658"/>
                      <a:pt x="86845" y="12251"/>
                      <a:pt x="86845" y="12251"/>
                    </a:cubicBezTo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9" name="Google Shape;2279;p32"/>
              <p:cNvSpPr/>
              <p:nvPr/>
            </p:nvSpPr>
            <p:spPr>
              <a:xfrm>
                <a:off x="5454864" y="5740424"/>
                <a:ext cx="2815330" cy="1167950"/>
              </a:xfrm>
              <a:custGeom>
                <a:avLst/>
                <a:gdLst/>
                <a:ahLst/>
                <a:cxnLst/>
                <a:rect l="l" t="t" r="r" b="b"/>
                <a:pathLst>
                  <a:path w="80438" h="33370" fill="none" extrusionOk="0">
                    <a:moveTo>
                      <a:pt x="1" y="1"/>
                    </a:moveTo>
                    <a:cubicBezTo>
                      <a:pt x="11816" y="15967"/>
                      <a:pt x="34100" y="33369"/>
                      <a:pt x="65457" y="19043"/>
                    </a:cubicBezTo>
                    <a:cubicBezTo>
                      <a:pt x="71672" y="16211"/>
                      <a:pt x="80437" y="10047"/>
                      <a:pt x="80437" y="10047"/>
                    </a:cubicBezTo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0" name="Google Shape;2280;p32"/>
              <p:cNvSpPr/>
              <p:nvPr/>
            </p:nvSpPr>
            <p:spPr>
              <a:xfrm>
                <a:off x="5658947" y="5720264"/>
                <a:ext cx="2591505" cy="995680"/>
              </a:xfrm>
              <a:custGeom>
                <a:avLst/>
                <a:gdLst/>
                <a:ahLst/>
                <a:cxnLst/>
                <a:rect l="l" t="t" r="r" b="b"/>
                <a:pathLst>
                  <a:path w="74043" h="28448" fill="none" extrusionOk="0">
                    <a:moveTo>
                      <a:pt x="0" y="0"/>
                    </a:moveTo>
                    <a:cubicBezTo>
                      <a:pt x="10957" y="13699"/>
                      <a:pt x="30781" y="28448"/>
                      <a:pt x="59177" y="16441"/>
                    </a:cubicBezTo>
                    <a:cubicBezTo>
                      <a:pt x="65482" y="13775"/>
                      <a:pt x="74042" y="7842"/>
                      <a:pt x="74042" y="7842"/>
                    </a:cubicBezTo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1" name="Google Shape;2281;p32"/>
              <p:cNvSpPr/>
              <p:nvPr/>
            </p:nvSpPr>
            <p:spPr>
              <a:xfrm>
                <a:off x="5862994" y="5700070"/>
                <a:ext cx="2367715" cy="827085"/>
              </a:xfrm>
              <a:custGeom>
                <a:avLst/>
                <a:gdLst/>
                <a:ahLst/>
                <a:cxnLst/>
                <a:rect l="l" t="t" r="r" b="b"/>
                <a:pathLst>
                  <a:path w="67649" h="23631" fill="none" extrusionOk="0">
                    <a:moveTo>
                      <a:pt x="1" y="0"/>
                    </a:moveTo>
                    <a:cubicBezTo>
                      <a:pt x="10111" y="11444"/>
                      <a:pt x="27513" y="23630"/>
                      <a:pt x="52886" y="13840"/>
                    </a:cubicBezTo>
                    <a:cubicBezTo>
                      <a:pt x="59293" y="11380"/>
                      <a:pt x="67648" y="5652"/>
                      <a:pt x="67648" y="5652"/>
                    </a:cubicBezTo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2" name="Google Shape;2282;p32"/>
              <p:cNvSpPr/>
              <p:nvPr/>
            </p:nvSpPr>
            <p:spPr>
              <a:xfrm>
                <a:off x="6067076" y="5679875"/>
                <a:ext cx="2143435" cy="662025"/>
              </a:xfrm>
              <a:custGeom>
                <a:avLst/>
                <a:gdLst/>
                <a:ahLst/>
                <a:cxnLst/>
                <a:rect l="l" t="t" r="r" b="b"/>
                <a:pathLst>
                  <a:path w="61241" h="18915" fill="none" extrusionOk="0">
                    <a:moveTo>
                      <a:pt x="0" y="1"/>
                    </a:moveTo>
                    <a:cubicBezTo>
                      <a:pt x="9252" y="9176"/>
                      <a:pt x="24284" y="18915"/>
                      <a:pt x="46607" y="11239"/>
                    </a:cubicBezTo>
                    <a:cubicBezTo>
                      <a:pt x="53129" y="8996"/>
                      <a:pt x="61241" y="3448"/>
                      <a:pt x="61241" y="3448"/>
                    </a:cubicBezTo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83" name="Google Shape;2283;p32"/>
            <p:cNvGrpSpPr/>
            <p:nvPr/>
          </p:nvGrpSpPr>
          <p:grpSpPr>
            <a:xfrm>
              <a:off x="7430972" y="6160663"/>
              <a:ext cx="178080" cy="499239"/>
              <a:chOff x="7430972" y="6160663"/>
              <a:chExt cx="178080" cy="499239"/>
            </a:xfrm>
          </p:grpSpPr>
          <p:sp>
            <p:nvSpPr>
              <p:cNvPr id="2284" name="Google Shape;2284;p32"/>
              <p:cNvSpPr/>
              <p:nvPr/>
            </p:nvSpPr>
            <p:spPr>
              <a:xfrm>
                <a:off x="7430972" y="6169903"/>
                <a:ext cx="178080" cy="129675"/>
              </a:xfrm>
              <a:custGeom>
                <a:avLst/>
                <a:gdLst/>
                <a:ahLst/>
                <a:cxnLst/>
                <a:rect l="l" t="t" r="r" b="b"/>
                <a:pathLst>
                  <a:path w="5088" h="3705" extrusionOk="0">
                    <a:moveTo>
                      <a:pt x="2858" y="1"/>
                    </a:moveTo>
                    <a:cubicBezTo>
                      <a:pt x="2417" y="1"/>
                      <a:pt x="1952" y="111"/>
                      <a:pt x="1525" y="339"/>
                    </a:cubicBezTo>
                    <a:cubicBezTo>
                      <a:pt x="449" y="916"/>
                      <a:pt x="0" y="2031"/>
                      <a:pt x="461" y="2851"/>
                    </a:cubicBezTo>
                    <a:cubicBezTo>
                      <a:pt x="778" y="3397"/>
                      <a:pt x="1435" y="3705"/>
                      <a:pt x="2173" y="3705"/>
                    </a:cubicBezTo>
                    <a:cubicBezTo>
                      <a:pt x="2542" y="3705"/>
                      <a:pt x="2930" y="3628"/>
                      <a:pt x="3306" y="3466"/>
                    </a:cubicBezTo>
                    <a:cubicBezTo>
                      <a:pt x="4485" y="2953"/>
                      <a:pt x="5087" y="1774"/>
                      <a:pt x="4562" y="864"/>
                    </a:cubicBezTo>
                    <a:cubicBezTo>
                      <a:pt x="4243" y="299"/>
                      <a:pt x="3583" y="1"/>
                      <a:pt x="285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5" name="Google Shape;2285;p32"/>
              <p:cNvSpPr/>
              <p:nvPr/>
            </p:nvSpPr>
            <p:spPr>
              <a:xfrm>
                <a:off x="7430972" y="6160663"/>
                <a:ext cx="178080" cy="147595"/>
              </a:xfrm>
              <a:custGeom>
                <a:avLst/>
                <a:gdLst/>
                <a:ahLst/>
                <a:cxnLst/>
                <a:rect l="l" t="t" r="r" b="b"/>
                <a:pathLst>
                  <a:path w="5088" h="4217" fill="none" extrusionOk="0">
                    <a:moveTo>
                      <a:pt x="4562" y="1128"/>
                    </a:moveTo>
                    <a:cubicBezTo>
                      <a:pt x="5087" y="2038"/>
                      <a:pt x="4485" y="3217"/>
                      <a:pt x="3306" y="3730"/>
                    </a:cubicBezTo>
                    <a:cubicBezTo>
                      <a:pt x="2179" y="4217"/>
                      <a:pt x="936" y="3935"/>
                      <a:pt x="461" y="3115"/>
                    </a:cubicBezTo>
                    <a:cubicBezTo>
                      <a:pt x="0" y="2295"/>
                      <a:pt x="449" y="1180"/>
                      <a:pt x="1525" y="603"/>
                    </a:cubicBezTo>
                    <a:cubicBezTo>
                      <a:pt x="2653" y="1"/>
                      <a:pt x="4050" y="219"/>
                      <a:pt x="4562" y="1128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accent1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6" name="Google Shape;2286;p32"/>
              <p:cNvSpPr/>
              <p:nvPr/>
            </p:nvSpPr>
            <p:spPr>
              <a:xfrm>
                <a:off x="7442172" y="6256667"/>
                <a:ext cx="78960" cy="403235"/>
              </a:xfrm>
              <a:custGeom>
                <a:avLst/>
                <a:gdLst/>
                <a:ahLst/>
                <a:cxnLst/>
                <a:rect l="l" t="t" r="r" b="b"/>
                <a:pathLst>
                  <a:path w="2256" h="11521" fill="none" extrusionOk="0">
                    <a:moveTo>
                      <a:pt x="1" y="0"/>
                    </a:moveTo>
                    <a:lnTo>
                      <a:pt x="2256" y="11520"/>
                    </a:lnTo>
                  </a:path>
                </a:pathLst>
              </a:custGeom>
              <a:noFill/>
              <a:ln w="2857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87" name="Google Shape;2287;p32"/>
            <p:cNvGrpSpPr/>
            <p:nvPr/>
          </p:nvGrpSpPr>
          <p:grpSpPr>
            <a:xfrm>
              <a:off x="6614678" y="6088459"/>
              <a:ext cx="414922" cy="480370"/>
              <a:chOff x="6614678" y="6088459"/>
              <a:chExt cx="414922" cy="480370"/>
            </a:xfrm>
          </p:grpSpPr>
          <p:sp>
            <p:nvSpPr>
              <p:cNvPr id="2288" name="Google Shape;2288;p32"/>
              <p:cNvSpPr/>
              <p:nvPr/>
            </p:nvSpPr>
            <p:spPr>
              <a:xfrm>
                <a:off x="6614678" y="6421025"/>
                <a:ext cx="187075" cy="139125"/>
              </a:xfrm>
              <a:custGeom>
                <a:avLst/>
                <a:gdLst/>
                <a:ahLst/>
                <a:cxnLst/>
                <a:rect l="l" t="t" r="r" b="b"/>
                <a:pathLst>
                  <a:path w="5345" h="3975" extrusionOk="0">
                    <a:moveTo>
                      <a:pt x="3112" y="1"/>
                    </a:moveTo>
                    <a:cubicBezTo>
                      <a:pt x="2758" y="1"/>
                      <a:pt x="2384" y="65"/>
                      <a:pt x="2013" y="199"/>
                    </a:cubicBezTo>
                    <a:cubicBezTo>
                      <a:pt x="744" y="673"/>
                      <a:pt x="1" y="1801"/>
                      <a:pt x="270" y="2762"/>
                    </a:cubicBezTo>
                    <a:cubicBezTo>
                      <a:pt x="488" y="3507"/>
                      <a:pt x="1268" y="3974"/>
                      <a:pt x="2211" y="3974"/>
                    </a:cubicBezTo>
                    <a:cubicBezTo>
                      <a:pt x="2485" y="3974"/>
                      <a:pt x="2772" y="3935"/>
                      <a:pt x="3063" y="3851"/>
                    </a:cubicBezTo>
                    <a:cubicBezTo>
                      <a:pt x="4422" y="3467"/>
                      <a:pt x="5344" y="2275"/>
                      <a:pt x="5050" y="1211"/>
                    </a:cubicBezTo>
                    <a:cubicBezTo>
                      <a:pt x="4827" y="441"/>
                      <a:pt x="4040" y="1"/>
                      <a:pt x="311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9" name="Google Shape;2289;p32"/>
              <p:cNvSpPr/>
              <p:nvPr/>
            </p:nvSpPr>
            <p:spPr>
              <a:xfrm>
                <a:off x="6614678" y="6410945"/>
                <a:ext cx="187075" cy="157885"/>
              </a:xfrm>
              <a:custGeom>
                <a:avLst/>
                <a:gdLst/>
                <a:ahLst/>
                <a:cxnLst/>
                <a:rect l="l" t="t" r="r" b="b"/>
                <a:pathLst>
                  <a:path w="5345" h="4511" fill="none" extrusionOk="0">
                    <a:moveTo>
                      <a:pt x="5050" y="1499"/>
                    </a:moveTo>
                    <a:cubicBezTo>
                      <a:pt x="5344" y="2563"/>
                      <a:pt x="4422" y="3755"/>
                      <a:pt x="3063" y="4139"/>
                    </a:cubicBezTo>
                    <a:cubicBezTo>
                      <a:pt x="1769" y="4511"/>
                      <a:pt x="552" y="4011"/>
                      <a:pt x="270" y="3050"/>
                    </a:cubicBezTo>
                    <a:cubicBezTo>
                      <a:pt x="1" y="2089"/>
                      <a:pt x="744" y="961"/>
                      <a:pt x="2013" y="487"/>
                    </a:cubicBezTo>
                    <a:cubicBezTo>
                      <a:pt x="3358" y="0"/>
                      <a:pt x="4742" y="436"/>
                      <a:pt x="5050" y="1499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dk2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0" name="Google Shape;2290;p32"/>
              <p:cNvSpPr/>
              <p:nvPr/>
            </p:nvSpPr>
            <p:spPr>
              <a:xfrm>
                <a:off x="6792756" y="6088459"/>
                <a:ext cx="236845" cy="403690"/>
              </a:xfrm>
              <a:custGeom>
                <a:avLst/>
                <a:gdLst/>
                <a:ahLst/>
                <a:cxnLst/>
                <a:rect l="l" t="t" r="r" b="b"/>
                <a:pathLst>
                  <a:path w="6767" h="11534" fill="none" extrusionOk="0">
                    <a:moveTo>
                      <a:pt x="0" y="11534"/>
                    </a:moveTo>
                    <a:lnTo>
                      <a:pt x="2627" y="1"/>
                    </a:lnTo>
                    <a:cubicBezTo>
                      <a:pt x="2627" y="1"/>
                      <a:pt x="6766" y="6549"/>
                      <a:pt x="4267" y="8048"/>
                    </a:cubicBezTo>
                    <a:cubicBezTo>
                      <a:pt x="3204" y="8548"/>
                      <a:pt x="2845" y="6408"/>
                      <a:pt x="2845" y="6408"/>
                    </a:cubicBezTo>
                  </a:path>
                </a:pathLst>
              </a:custGeom>
              <a:noFill/>
              <a:ln w="2857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91" name="Google Shape;2291;p32"/>
            <p:cNvGrpSpPr/>
            <p:nvPr/>
          </p:nvGrpSpPr>
          <p:grpSpPr>
            <a:xfrm>
              <a:off x="5913673" y="5891587"/>
              <a:ext cx="705527" cy="512220"/>
              <a:chOff x="5913673" y="5891587"/>
              <a:chExt cx="705527" cy="512220"/>
            </a:xfrm>
          </p:grpSpPr>
          <p:sp>
            <p:nvSpPr>
              <p:cNvPr id="2292" name="Google Shape;2292;p32"/>
              <p:cNvSpPr/>
              <p:nvPr/>
            </p:nvSpPr>
            <p:spPr>
              <a:xfrm>
                <a:off x="6274728" y="6231222"/>
                <a:ext cx="203665" cy="146195"/>
              </a:xfrm>
              <a:custGeom>
                <a:avLst/>
                <a:gdLst/>
                <a:ahLst/>
                <a:cxnLst/>
                <a:rect l="l" t="t" r="r" b="b"/>
                <a:pathLst>
                  <a:path w="5819" h="4177" extrusionOk="0">
                    <a:moveTo>
                      <a:pt x="3028" y="1"/>
                    </a:moveTo>
                    <a:cubicBezTo>
                      <a:pt x="2761" y="1"/>
                      <a:pt x="2488" y="33"/>
                      <a:pt x="2217" y="99"/>
                    </a:cubicBezTo>
                    <a:cubicBezTo>
                      <a:pt x="833" y="432"/>
                      <a:pt x="0" y="1547"/>
                      <a:pt x="295" y="2611"/>
                    </a:cubicBezTo>
                    <a:cubicBezTo>
                      <a:pt x="542" y="3540"/>
                      <a:pt x="1581" y="4176"/>
                      <a:pt x="2780" y="4176"/>
                    </a:cubicBezTo>
                    <a:cubicBezTo>
                      <a:pt x="2953" y="4176"/>
                      <a:pt x="3129" y="4163"/>
                      <a:pt x="3307" y="4136"/>
                    </a:cubicBezTo>
                    <a:cubicBezTo>
                      <a:pt x="4793" y="3905"/>
                      <a:pt x="5818" y="2752"/>
                      <a:pt x="5498" y="1573"/>
                    </a:cubicBezTo>
                    <a:cubicBezTo>
                      <a:pt x="5247" y="613"/>
                      <a:pt x="4198" y="1"/>
                      <a:pt x="302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3" name="Google Shape;2293;p32"/>
              <p:cNvSpPr/>
              <p:nvPr/>
            </p:nvSpPr>
            <p:spPr>
              <a:xfrm>
                <a:off x="6274728" y="6222122"/>
                <a:ext cx="203665" cy="161490"/>
              </a:xfrm>
              <a:custGeom>
                <a:avLst/>
                <a:gdLst/>
                <a:ahLst/>
                <a:cxnLst/>
                <a:rect l="l" t="t" r="r" b="b"/>
                <a:pathLst>
                  <a:path w="5819" h="4614" fill="none" extrusionOk="0">
                    <a:moveTo>
                      <a:pt x="5498" y="1833"/>
                    </a:moveTo>
                    <a:cubicBezTo>
                      <a:pt x="5818" y="3012"/>
                      <a:pt x="4793" y="4165"/>
                      <a:pt x="3307" y="4396"/>
                    </a:cubicBezTo>
                    <a:cubicBezTo>
                      <a:pt x="1897" y="4613"/>
                      <a:pt x="577" y="3934"/>
                      <a:pt x="295" y="2871"/>
                    </a:cubicBezTo>
                    <a:cubicBezTo>
                      <a:pt x="0" y="1807"/>
                      <a:pt x="833" y="692"/>
                      <a:pt x="2217" y="359"/>
                    </a:cubicBezTo>
                    <a:cubicBezTo>
                      <a:pt x="3678" y="0"/>
                      <a:pt x="5190" y="654"/>
                      <a:pt x="5498" y="1833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lt2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4" name="Google Shape;2294;p32"/>
              <p:cNvSpPr/>
              <p:nvPr/>
            </p:nvSpPr>
            <p:spPr>
              <a:xfrm>
                <a:off x="6106100" y="5891587"/>
                <a:ext cx="513100" cy="440895"/>
              </a:xfrm>
              <a:custGeom>
                <a:avLst/>
                <a:gdLst/>
                <a:ahLst/>
                <a:cxnLst/>
                <a:rect l="l" t="t" r="r" b="b"/>
                <a:pathLst>
                  <a:path w="14660" h="12597" fill="none" extrusionOk="0">
                    <a:moveTo>
                      <a:pt x="0" y="12597"/>
                    </a:moveTo>
                    <a:lnTo>
                      <a:pt x="3985" y="1845"/>
                    </a:lnTo>
                    <a:lnTo>
                      <a:pt x="14660" y="0"/>
                    </a:lnTo>
                    <a:lnTo>
                      <a:pt x="10470" y="11674"/>
                    </a:lnTo>
                  </a:path>
                </a:pathLst>
              </a:custGeom>
              <a:noFill/>
              <a:ln w="28575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5" name="Google Shape;2295;p32"/>
              <p:cNvSpPr/>
              <p:nvPr/>
            </p:nvSpPr>
            <p:spPr>
              <a:xfrm>
                <a:off x="5913673" y="6251172"/>
                <a:ext cx="203210" cy="146090"/>
              </a:xfrm>
              <a:custGeom>
                <a:avLst/>
                <a:gdLst/>
                <a:ahLst/>
                <a:cxnLst/>
                <a:rect l="l" t="t" r="r" b="b"/>
                <a:pathLst>
                  <a:path w="5806" h="4174" extrusionOk="0">
                    <a:moveTo>
                      <a:pt x="3007" y="1"/>
                    </a:moveTo>
                    <a:cubicBezTo>
                      <a:pt x="2747" y="1"/>
                      <a:pt x="2482" y="30"/>
                      <a:pt x="2218" y="93"/>
                    </a:cubicBezTo>
                    <a:cubicBezTo>
                      <a:pt x="834" y="426"/>
                      <a:pt x="1" y="1541"/>
                      <a:pt x="283" y="2605"/>
                    </a:cubicBezTo>
                    <a:cubicBezTo>
                      <a:pt x="539" y="3530"/>
                      <a:pt x="1571" y="4174"/>
                      <a:pt x="2764" y="4174"/>
                    </a:cubicBezTo>
                    <a:cubicBezTo>
                      <a:pt x="2942" y="4174"/>
                      <a:pt x="3124" y="4159"/>
                      <a:pt x="3307" y="4129"/>
                    </a:cubicBezTo>
                    <a:cubicBezTo>
                      <a:pt x="4793" y="3899"/>
                      <a:pt x="5806" y="2746"/>
                      <a:pt x="5498" y="1579"/>
                    </a:cubicBezTo>
                    <a:cubicBezTo>
                      <a:pt x="5236" y="614"/>
                      <a:pt x="4182" y="1"/>
                      <a:pt x="300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6" name="Google Shape;2296;p32"/>
              <p:cNvSpPr/>
              <p:nvPr/>
            </p:nvSpPr>
            <p:spPr>
              <a:xfrm>
                <a:off x="5913673" y="6242282"/>
                <a:ext cx="203210" cy="161525"/>
              </a:xfrm>
              <a:custGeom>
                <a:avLst/>
                <a:gdLst/>
                <a:ahLst/>
                <a:cxnLst/>
                <a:rect l="l" t="t" r="r" b="b"/>
                <a:pathLst>
                  <a:path w="5806" h="4615" fill="none" extrusionOk="0">
                    <a:moveTo>
                      <a:pt x="5498" y="1833"/>
                    </a:moveTo>
                    <a:cubicBezTo>
                      <a:pt x="5806" y="3000"/>
                      <a:pt x="4793" y="4153"/>
                      <a:pt x="3307" y="4383"/>
                    </a:cubicBezTo>
                    <a:cubicBezTo>
                      <a:pt x="1897" y="4614"/>
                      <a:pt x="577" y="3922"/>
                      <a:pt x="283" y="2859"/>
                    </a:cubicBezTo>
                    <a:cubicBezTo>
                      <a:pt x="1" y="1795"/>
                      <a:pt x="834" y="680"/>
                      <a:pt x="2218" y="347"/>
                    </a:cubicBezTo>
                    <a:cubicBezTo>
                      <a:pt x="3679" y="1"/>
                      <a:pt x="5178" y="654"/>
                      <a:pt x="5498" y="1833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lt2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7" name="Google Shape;2297;p32"/>
              <p:cNvSpPr/>
              <p:nvPr/>
            </p:nvSpPr>
            <p:spPr>
              <a:xfrm>
                <a:off x="6213269" y="5990251"/>
                <a:ext cx="370510" cy="53410"/>
              </a:xfrm>
              <a:custGeom>
                <a:avLst/>
                <a:gdLst/>
                <a:ahLst/>
                <a:cxnLst/>
                <a:rect l="l" t="t" r="r" b="b"/>
                <a:pathLst>
                  <a:path w="10586" h="1526" fill="none" extrusionOk="0">
                    <a:moveTo>
                      <a:pt x="1" y="1525"/>
                    </a:moveTo>
                    <a:lnTo>
                      <a:pt x="10586" y="0"/>
                    </a:lnTo>
                  </a:path>
                </a:pathLst>
              </a:custGeom>
              <a:noFill/>
              <a:ln w="28575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Fredoka One"/>
              <a:buNone/>
              <a:defRPr sz="32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r">
              <a:buNone/>
              <a:defRPr sz="1300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r">
              <a:buNone/>
              <a:defRPr sz="1300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r">
              <a:buNone/>
              <a:defRPr sz="1300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r">
              <a:buNone/>
              <a:defRPr sz="1300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r">
              <a:buNone/>
              <a:defRPr sz="1300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r">
              <a:buNone/>
              <a:defRPr sz="1300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r">
              <a:buNone/>
              <a:defRPr sz="1300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r">
              <a:buNone/>
              <a:defRPr sz="1300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8" r:id="rId3"/>
    <p:sldLayoutId id="2147483659" r:id="rId4"/>
    <p:sldLayoutId id="2147483660" r:id="rId5"/>
    <p:sldLayoutId id="2147483676" r:id="rId6"/>
    <p:sldLayoutId id="2147483677" r:id="rId7"/>
    <p:sldLayoutId id="2147483678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6" name="Google Shape;2306;p35"/>
          <p:cNvSpPr txBox="1">
            <a:spLocks noGrp="1"/>
          </p:cNvSpPr>
          <p:nvPr>
            <p:ph type="ctrTitle"/>
          </p:nvPr>
        </p:nvSpPr>
        <p:spPr>
          <a:xfrm>
            <a:off x="872193" y="998219"/>
            <a:ext cx="7186303" cy="111831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Music Playlist  Manager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07" name="Google Shape;2307;p35"/>
          <p:cNvSpPr txBox="1">
            <a:spLocks noGrp="1"/>
          </p:cNvSpPr>
          <p:nvPr>
            <p:ph type="subTitle" idx="1"/>
          </p:nvPr>
        </p:nvSpPr>
        <p:spPr>
          <a:xfrm>
            <a:off x="2200944" y="2955843"/>
            <a:ext cx="45288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Gruppo 10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384;p36">
            <a:extLst>
              <a:ext uri="{FF2B5EF4-FFF2-40B4-BE49-F238E27FC236}">
                <a16:creationId xmlns:a16="http://schemas.microsoft.com/office/drawing/2014/main" id="{A32B9090-DA32-F7D3-F4A2-DE2D452B61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88540" y="17233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Backlog</a:t>
            </a:r>
            <a:endParaRPr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D968FA52-EC4A-6DE1-BA56-64A39816BD26}"/>
              </a:ext>
            </a:extLst>
          </p:cNvPr>
          <p:cNvSpPr>
            <a:spLocks/>
          </p:cNvSpPr>
          <p:nvPr/>
        </p:nvSpPr>
        <p:spPr>
          <a:xfrm>
            <a:off x="7701280" y="567143"/>
            <a:ext cx="1371600" cy="2156334"/>
          </a:xfrm>
          <a:prstGeom prst="roundRect">
            <a:avLst/>
          </a:prstGeom>
          <a:ln>
            <a:prstDash val="sysDash"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32809F45-22F9-D162-4A11-D0E28B469293}"/>
              </a:ext>
            </a:extLst>
          </p:cNvPr>
          <p:cNvSpPr txBox="1"/>
          <p:nvPr/>
        </p:nvSpPr>
        <p:spPr>
          <a:xfrm>
            <a:off x="7985760" y="506841"/>
            <a:ext cx="9067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Legenda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it-IT" dirty="0"/>
          </a:p>
        </p:txBody>
      </p:sp>
      <p:sp>
        <p:nvSpPr>
          <p:cNvPr id="13" name="Ovale 12">
            <a:extLst>
              <a:ext uri="{FF2B5EF4-FFF2-40B4-BE49-F238E27FC236}">
                <a16:creationId xmlns:a16="http://schemas.microsoft.com/office/drawing/2014/main" id="{48FB7821-0087-4B3D-DA6F-81B4E2158F7A}"/>
              </a:ext>
            </a:extLst>
          </p:cNvPr>
          <p:cNvSpPr/>
          <p:nvPr/>
        </p:nvSpPr>
        <p:spPr>
          <a:xfrm>
            <a:off x="7753350" y="856389"/>
            <a:ext cx="243840" cy="261610"/>
          </a:xfrm>
          <a:prstGeom prst="ellipse">
            <a:avLst/>
          </a:prstGeom>
          <a:solidFill>
            <a:srgbClr val="4BCE97"/>
          </a:solidFill>
          <a:ln>
            <a:solidFill>
              <a:srgbClr val="4BCE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BF17CA10-8809-BE2B-07A7-4DBA04BA8A69}"/>
              </a:ext>
            </a:extLst>
          </p:cNvPr>
          <p:cNvSpPr txBox="1"/>
          <p:nvPr/>
        </p:nvSpPr>
        <p:spPr>
          <a:xfrm>
            <a:off x="7956550" y="834335"/>
            <a:ext cx="13081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Visible</a:t>
            </a:r>
            <a:r>
              <a:rPr lang="it-IT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Feature</a:t>
            </a:r>
          </a:p>
        </p:txBody>
      </p:sp>
      <p:sp>
        <p:nvSpPr>
          <p:cNvPr id="15" name="Ovale 14">
            <a:extLst>
              <a:ext uri="{FF2B5EF4-FFF2-40B4-BE49-F238E27FC236}">
                <a16:creationId xmlns:a16="http://schemas.microsoft.com/office/drawing/2014/main" id="{1EB7D403-0F4D-42A1-5CAC-E079B2860874}"/>
              </a:ext>
            </a:extLst>
          </p:cNvPr>
          <p:cNvSpPr/>
          <p:nvPr/>
        </p:nvSpPr>
        <p:spPr>
          <a:xfrm>
            <a:off x="7757160" y="1650597"/>
            <a:ext cx="243840" cy="26161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rgbClr val="FFFF00"/>
              </a:solidFill>
              <a:highlight>
                <a:srgbClr val="FFFF00"/>
              </a:highlight>
            </a:endParaRP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90FDC09F-72FE-888D-FEAD-9745D24428BA}"/>
              </a:ext>
            </a:extLst>
          </p:cNvPr>
          <p:cNvSpPr txBox="1"/>
          <p:nvPr/>
        </p:nvSpPr>
        <p:spPr>
          <a:xfrm>
            <a:off x="7928610" y="1628351"/>
            <a:ext cx="13081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Medium </a:t>
            </a:r>
            <a:r>
              <a:rPr lang="it-IT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Priority</a:t>
            </a:r>
            <a:endParaRPr lang="it-IT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Ovale 16">
            <a:extLst>
              <a:ext uri="{FF2B5EF4-FFF2-40B4-BE49-F238E27FC236}">
                <a16:creationId xmlns:a16="http://schemas.microsoft.com/office/drawing/2014/main" id="{E8B34C8B-EFD3-344F-AD0F-1961A53005E4}"/>
              </a:ext>
            </a:extLst>
          </p:cNvPr>
          <p:cNvSpPr/>
          <p:nvPr/>
        </p:nvSpPr>
        <p:spPr>
          <a:xfrm>
            <a:off x="7764780" y="2031573"/>
            <a:ext cx="243840" cy="26161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rgbClr val="FFFF00"/>
              </a:solidFill>
              <a:highlight>
                <a:srgbClr val="FFFF00"/>
              </a:highlight>
            </a:endParaRP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57218B61-84B8-AE5C-29A2-177BF27EDF2A}"/>
              </a:ext>
            </a:extLst>
          </p:cNvPr>
          <p:cNvSpPr txBox="1"/>
          <p:nvPr/>
        </p:nvSpPr>
        <p:spPr>
          <a:xfrm>
            <a:off x="7967980" y="2013600"/>
            <a:ext cx="13081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</a:t>
            </a:r>
            <a:r>
              <a:rPr lang="it-IT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Priority</a:t>
            </a:r>
            <a:endParaRPr lang="it-IT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Ovale 18">
            <a:extLst>
              <a:ext uri="{FF2B5EF4-FFF2-40B4-BE49-F238E27FC236}">
                <a16:creationId xmlns:a16="http://schemas.microsoft.com/office/drawing/2014/main" id="{CC91D881-1800-FE9C-1D4A-4967BF4A618C}"/>
              </a:ext>
            </a:extLst>
          </p:cNvPr>
          <p:cNvSpPr/>
          <p:nvPr/>
        </p:nvSpPr>
        <p:spPr>
          <a:xfrm>
            <a:off x="7776210" y="2377525"/>
            <a:ext cx="243840" cy="261610"/>
          </a:xfrm>
          <a:prstGeom prst="ellipse">
            <a:avLst/>
          </a:prstGeom>
          <a:solidFill>
            <a:srgbClr val="9F5FCF"/>
          </a:solidFill>
          <a:ln>
            <a:solidFill>
              <a:srgbClr val="9F5F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rgbClr val="FFFF00"/>
              </a:solidFill>
              <a:highlight>
                <a:srgbClr val="FFFF00"/>
              </a:highlight>
            </a:endParaRP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67A7D078-D6A3-E434-9D1C-3E6C032D726F}"/>
              </a:ext>
            </a:extLst>
          </p:cNvPr>
          <p:cNvSpPr txBox="1"/>
          <p:nvPr/>
        </p:nvSpPr>
        <p:spPr>
          <a:xfrm>
            <a:off x="7987030" y="2404536"/>
            <a:ext cx="13081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</a:t>
            </a:r>
          </a:p>
        </p:txBody>
      </p:sp>
      <p:sp>
        <p:nvSpPr>
          <p:cNvPr id="2" name="Ovale 1">
            <a:extLst>
              <a:ext uri="{FF2B5EF4-FFF2-40B4-BE49-F238E27FC236}">
                <a16:creationId xmlns:a16="http://schemas.microsoft.com/office/drawing/2014/main" id="{821765E5-D9D8-A437-F043-9664D182FFD4}"/>
              </a:ext>
            </a:extLst>
          </p:cNvPr>
          <p:cNvSpPr/>
          <p:nvPr/>
        </p:nvSpPr>
        <p:spPr>
          <a:xfrm>
            <a:off x="7757160" y="1242370"/>
            <a:ext cx="243840" cy="26161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rgbClr val="FFFF00"/>
              </a:solidFill>
              <a:highlight>
                <a:srgbClr val="FFFF00"/>
              </a:highlight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7DA778D1-CF95-C8C5-8BB1-DF92498EB4D3}"/>
              </a:ext>
            </a:extLst>
          </p:cNvPr>
          <p:cNvSpPr txBox="1"/>
          <p:nvPr/>
        </p:nvSpPr>
        <p:spPr>
          <a:xfrm>
            <a:off x="7956550" y="1243102"/>
            <a:ext cx="13081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</a:t>
            </a:r>
            <a:r>
              <a:rPr lang="it-IT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Priority</a:t>
            </a:r>
            <a:endParaRPr lang="it-IT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3EED3EB5-1E53-F664-6AF9-46F426215D0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689" b="1934"/>
          <a:stretch>
            <a:fillRect/>
          </a:stretch>
        </p:blipFill>
        <p:spPr>
          <a:xfrm>
            <a:off x="-7620" y="1090363"/>
            <a:ext cx="7637145" cy="338280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384;p36">
            <a:extLst>
              <a:ext uri="{FF2B5EF4-FFF2-40B4-BE49-F238E27FC236}">
                <a16:creationId xmlns:a16="http://schemas.microsoft.com/office/drawing/2014/main" id="{71DF2303-34D1-C301-1161-9D7FF354696F}"/>
              </a:ext>
            </a:extLst>
          </p:cNvPr>
          <p:cNvSpPr txBox="1">
            <a:spLocks/>
          </p:cNvSpPr>
          <p:nvPr/>
        </p:nvSpPr>
        <p:spPr>
          <a:xfrm>
            <a:off x="720000" y="-2032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it-IT" sz="4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Backlog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15FAB178-C530-7A7E-40F0-2F1C1FC086CB}"/>
              </a:ext>
            </a:extLst>
          </p:cNvPr>
          <p:cNvSpPr txBox="1"/>
          <p:nvPr/>
        </p:nvSpPr>
        <p:spPr>
          <a:xfrm>
            <a:off x="2632800" y="640080"/>
            <a:ext cx="5791200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it-IT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Aggiunta traccia - 1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it-IT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Eliminazione traccia - 3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it-IT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Modifica traccia – 1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it-IT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Informazioni traccia – 5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it-IT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Riprodurre una traccia – 5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it-IT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Cambiare stato di riproduzione di una traccia - 3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it-IT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Creazione playlist - 1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it-IT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Aggiunta traccia a playlist - 3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it-IT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Eliminazione traccia da playlist - 1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it-IT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Visualizzazione brani - 8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it-IT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Visualizzazione playlist - 8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it-IT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19971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4" name="Google Shape;2384;p3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Patterns</a:t>
            </a:r>
            <a:endParaRPr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2E46611-2E88-97BF-5A0A-53B5BA1D62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8130" y="1550669"/>
            <a:ext cx="7867740" cy="2919731"/>
          </a:xfrm>
        </p:spPr>
        <p:txBody>
          <a:bodyPr/>
          <a:lstStyle/>
          <a:p>
            <a:pPr marL="495300" indent="-342900">
              <a:buFont typeface="Wingdings" panose="05000000000000000000" pitchFamily="2" charset="2"/>
              <a:buChar char="v"/>
            </a:pPr>
            <a:r>
              <a:rPr lang="it-IT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MVC</a:t>
            </a:r>
            <a:r>
              <a:rPr lang="it-IT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per Architettura Generale</a:t>
            </a:r>
          </a:p>
          <a:p>
            <a:pPr marL="495300" indent="-342900">
              <a:buFont typeface="Wingdings" panose="05000000000000000000" pitchFamily="2" charset="2"/>
              <a:buChar char="v"/>
            </a:pPr>
            <a:r>
              <a:rPr lang="it-IT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Observer</a:t>
            </a:r>
            <a:r>
              <a:rPr lang="it-IT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per sincronizzazione Playlist-</a:t>
            </a:r>
            <a:r>
              <a:rPr lang="it-IT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TrackList</a:t>
            </a:r>
            <a:endParaRPr lang="it-IT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5300" indent="-342900">
              <a:buFont typeface="Wingdings" panose="05000000000000000000" pitchFamily="2" charset="2"/>
              <a:buChar char="v"/>
            </a:pPr>
            <a:r>
              <a:rPr lang="it-IT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</a:t>
            </a:r>
            <a:r>
              <a:rPr lang="it-IT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per play / pause</a:t>
            </a:r>
          </a:p>
          <a:p>
            <a:pPr marL="495300" indent="-342900">
              <a:buFont typeface="Wingdings" panose="05000000000000000000" pitchFamily="2" charset="2"/>
              <a:buChar char="v"/>
            </a:pPr>
            <a:r>
              <a:rPr lang="it-IT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Iterator </a:t>
            </a:r>
            <a:r>
              <a:rPr lang="it-IT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 la sequenza di riproduzione</a:t>
            </a:r>
          </a:p>
          <a:p>
            <a:pPr marL="495300" indent="-342900">
              <a:buFont typeface="Wingdings" panose="05000000000000000000" pitchFamily="2" charset="2"/>
              <a:buChar char="v"/>
            </a:pPr>
            <a:r>
              <a:rPr lang="it-IT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Strategy</a:t>
            </a:r>
            <a:r>
              <a:rPr lang="it-IT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per shuffle / loop / </a:t>
            </a:r>
            <a:r>
              <a:rPr lang="it-IT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sequential</a:t>
            </a:r>
            <a:endParaRPr lang="it-IT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5300" indent="-342900">
              <a:buFont typeface="Wingdings" panose="05000000000000000000" pitchFamily="2" charset="2"/>
              <a:buChar char="v"/>
            </a:pPr>
            <a:r>
              <a:rPr lang="it-IT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Command</a:t>
            </a:r>
            <a:r>
              <a:rPr lang="it-IT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per </a:t>
            </a:r>
            <a:r>
              <a:rPr lang="it-IT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undo</a:t>
            </a:r>
            <a:endParaRPr lang="it-IT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5300" indent="-342900">
              <a:buFont typeface="Wingdings" panose="05000000000000000000" pitchFamily="2" charset="2"/>
              <a:buChar char="v"/>
            </a:pPr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384;p36">
            <a:extLst>
              <a:ext uri="{FF2B5EF4-FFF2-40B4-BE49-F238E27FC236}">
                <a16:creationId xmlns:a16="http://schemas.microsoft.com/office/drawing/2014/main" id="{0F9CCF46-E8D9-2838-6BDE-21847B818FC2}"/>
              </a:ext>
            </a:extLst>
          </p:cNvPr>
          <p:cNvSpPr txBox="1">
            <a:spLocks/>
          </p:cNvSpPr>
          <p:nvPr/>
        </p:nvSpPr>
        <p:spPr>
          <a:xfrm>
            <a:off x="720000" y="-28635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Fredoka One"/>
              <a:buNone/>
              <a:defRPr sz="32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it-IT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Diagram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29688395-81EE-09F6-E8FF-64B13207F7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1673" y="518160"/>
            <a:ext cx="6620653" cy="46253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4C2CE7F-9DE8-BA20-5B82-F765B97C80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34507" y="1315039"/>
            <a:ext cx="5474986" cy="2223900"/>
          </a:xfrm>
        </p:spPr>
        <p:txBody>
          <a:bodyPr/>
          <a:lstStyle/>
          <a:p>
            <a:r>
              <a:rPr lang="it-IT" dirty="0"/>
              <a:t>GRAZIE PER L’ATTENZIONE</a:t>
            </a:r>
          </a:p>
        </p:txBody>
      </p:sp>
    </p:spTree>
    <p:extLst>
      <p:ext uri="{BB962C8B-B14F-4D97-AF65-F5344CB8AC3E}">
        <p14:creationId xmlns:p14="http://schemas.microsoft.com/office/powerpoint/2010/main" val="3204975606"/>
      </p:ext>
    </p:extLst>
  </p:cSld>
  <p:clrMapOvr>
    <a:masterClrMapping/>
  </p:clrMapOvr>
</p:sld>
</file>

<file path=ppt/theme/theme1.xml><?xml version="1.0" encoding="utf-8"?>
<a:theme xmlns:a="http://schemas.openxmlformats.org/drawingml/2006/main" name="Art Subject for Pre-K: Dance by Slidesgo">
  <a:themeElements>
    <a:clrScheme name="Simple Light">
      <a:dk1>
        <a:srgbClr val="5A5A5A"/>
      </a:dk1>
      <a:lt1>
        <a:srgbClr val="FFF8F3"/>
      </a:lt1>
      <a:dk2>
        <a:srgbClr val="A9D3FF"/>
      </a:dk2>
      <a:lt2>
        <a:srgbClr val="FFAC95"/>
      </a:lt2>
      <a:accent1>
        <a:srgbClr val="FDBC00"/>
      </a:accent1>
      <a:accent2>
        <a:srgbClr val="FF8D1F"/>
      </a:accent2>
      <a:accent3>
        <a:srgbClr val="FF6033"/>
      </a:accent3>
      <a:accent4>
        <a:srgbClr val="4B98EA"/>
      </a:accent4>
      <a:accent5>
        <a:srgbClr val="FFFFFF"/>
      </a:accent5>
      <a:accent6>
        <a:srgbClr val="FFFFFF"/>
      </a:accent6>
      <a:hlink>
        <a:srgbClr val="5A5A5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110</Words>
  <Application>Microsoft Office PowerPoint</Application>
  <PresentationFormat>Presentazione su schermo (16:9)</PresentationFormat>
  <Paragraphs>30</Paragraphs>
  <Slides>6</Slides>
  <Notes>4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8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6</vt:i4>
      </vt:variant>
    </vt:vector>
  </HeadingPairs>
  <TitlesOfParts>
    <vt:vector size="15" baseType="lpstr">
      <vt:lpstr>Fredoka One</vt:lpstr>
      <vt:lpstr>Times New Roman</vt:lpstr>
      <vt:lpstr>Courier New</vt:lpstr>
      <vt:lpstr>Bebas Neue</vt:lpstr>
      <vt:lpstr>Nunito</vt:lpstr>
      <vt:lpstr>Roboto Condensed Light</vt:lpstr>
      <vt:lpstr>Wingdings</vt:lpstr>
      <vt:lpstr>Arial</vt:lpstr>
      <vt:lpstr>Art Subject for Pre-K: Dance by Slidesgo</vt:lpstr>
      <vt:lpstr>Music Playlist  Manager</vt:lpstr>
      <vt:lpstr>Product Backlog</vt:lpstr>
      <vt:lpstr>Presentazione standard di PowerPoint</vt:lpstr>
      <vt:lpstr>Design Patterns</vt:lpstr>
      <vt:lpstr>Presentazione standard di PowerPoint</vt:lpstr>
      <vt:lpstr>GRAZIE PER L’ATTENZIONE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Filomena Alfano</dc:creator>
  <cp:lastModifiedBy>Filomena Alfano</cp:lastModifiedBy>
  <cp:revision>5</cp:revision>
  <dcterms:modified xsi:type="dcterms:W3CDTF">2026-05-27T15:30:07Z</dcterms:modified>
</cp:coreProperties>
</file>
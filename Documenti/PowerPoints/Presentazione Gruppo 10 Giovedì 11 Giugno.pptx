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4"/>
  </p:notesMasterIdLst>
  <p:sldIdLst>
    <p:sldId id="256" r:id="rId2"/>
    <p:sldId id="264" r:id="rId3"/>
    <p:sldId id="265" r:id="rId4"/>
    <p:sldId id="263" r:id="rId5"/>
    <p:sldId id="267" r:id="rId6"/>
    <p:sldId id="259" r:id="rId7"/>
    <p:sldId id="269" r:id="rId8"/>
    <p:sldId id="268" r:id="rId9"/>
    <p:sldId id="270" r:id="rId10"/>
    <p:sldId id="271" r:id="rId11"/>
    <p:sldId id="257" r:id="rId12"/>
    <p:sldId id="262" r:id="rId13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5"/>
    </p:embeddedFont>
    <p:embeddedFont>
      <p:font typeface="Fredoka One" panose="02000000000000000000" pitchFamily="2" charset="0"/>
      <p:regular r:id="rId16"/>
    </p:embeddedFont>
    <p:embeddedFont>
      <p:font typeface="Nunito" pitchFamily="2" charset="0"/>
      <p:regular r:id="rId17"/>
      <p:bold r:id="rId18"/>
      <p:italic r:id="rId19"/>
      <p:boldItalic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F5FCF"/>
    <a:srgbClr val="4BC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67D28-5610-461F-81A8-55F6A26A2C11}">
  <a:tblStyle styleId="{91D67D28-5610-461F-81A8-55F6A26A2C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00"/>
  </p:normalViewPr>
  <p:slideViewPr>
    <p:cSldViewPr snapToGrid="0">
      <p:cViewPr varScale="1">
        <p:scale>
          <a:sx n="100" d="100"/>
          <a:sy n="100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df203c47c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df203c47c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>
          <a:extLst>
            <a:ext uri="{FF2B5EF4-FFF2-40B4-BE49-F238E27FC236}">
              <a16:creationId xmlns:a16="http://schemas.microsoft.com/office/drawing/2014/main" id="{F72915C9-9E6E-0DD6-B074-CBD1E044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>
            <a:extLst>
              <a:ext uri="{FF2B5EF4-FFF2-40B4-BE49-F238E27FC236}">
                <a16:creationId xmlns:a16="http://schemas.microsoft.com/office/drawing/2014/main" id="{37290A46-B5AF-D9AF-4485-ABED8BE1D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>
            <a:extLst>
              <a:ext uri="{FF2B5EF4-FFF2-40B4-BE49-F238E27FC236}">
                <a16:creationId xmlns:a16="http://schemas.microsoft.com/office/drawing/2014/main" id="{39BFEF5D-0D82-4B06-8B0E-D63C6E73A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23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>
          <a:extLst>
            <a:ext uri="{FF2B5EF4-FFF2-40B4-BE49-F238E27FC236}">
              <a16:creationId xmlns:a16="http://schemas.microsoft.com/office/drawing/2014/main" id="{5A16B970-9DDB-0833-F1AF-2AEC2EDC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>
            <a:extLst>
              <a:ext uri="{FF2B5EF4-FFF2-40B4-BE49-F238E27FC236}">
                <a16:creationId xmlns:a16="http://schemas.microsoft.com/office/drawing/2014/main" id="{D48442E8-E951-1A85-34D4-1D4572A78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>
            <a:extLst>
              <a:ext uri="{FF2B5EF4-FFF2-40B4-BE49-F238E27FC236}">
                <a16:creationId xmlns:a16="http://schemas.microsoft.com/office/drawing/2014/main" id="{9F2E70F9-F172-AA91-0C7C-DC007556D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9207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>
          <a:extLst>
            <a:ext uri="{FF2B5EF4-FFF2-40B4-BE49-F238E27FC236}">
              <a16:creationId xmlns:a16="http://schemas.microsoft.com/office/drawing/2014/main" id="{65F0A949-9DA5-3F02-3896-D9FE5E21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>
            <a:extLst>
              <a:ext uri="{FF2B5EF4-FFF2-40B4-BE49-F238E27FC236}">
                <a16:creationId xmlns:a16="http://schemas.microsoft.com/office/drawing/2014/main" id="{BA169243-6890-6F05-F50F-88A99CE53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>
            <a:extLst>
              <a:ext uri="{FF2B5EF4-FFF2-40B4-BE49-F238E27FC236}">
                <a16:creationId xmlns:a16="http://schemas.microsoft.com/office/drawing/2014/main" id="{DA6E5E8C-AEEB-F675-F102-BF5F12848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880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>
          <a:extLst>
            <a:ext uri="{FF2B5EF4-FFF2-40B4-BE49-F238E27FC236}">
              <a16:creationId xmlns:a16="http://schemas.microsoft.com/office/drawing/2014/main" id="{FA9B59B0-8568-F0A9-8155-973EF073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99f2f57a71_0_217:notes">
            <a:extLst>
              <a:ext uri="{FF2B5EF4-FFF2-40B4-BE49-F238E27FC236}">
                <a16:creationId xmlns:a16="http://schemas.microsoft.com/office/drawing/2014/main" id="{F8AC6A2E-9EA5-495B-8818-F07854657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99f2f57a71_0_217:notes">
            <a:extLst>
              <a:ext uri="{FF2B5EF4-FFF2-40B4-BE49-F238E27FC236}">
                <a16:creationId xmlns:a16="http://schemas.microsoft.com/office/drawing/2014/main" id="{52526B7E-F734-52B1-F6A4-C66C8A373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969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25142" y="4750432"/>
            <a:ext cx="467704" cy="604119"/>
            <a:chOff x="-1381427" y="4599887"/>
            <a:chExt cx="616535" cy="796360"/>
          </a:xfrm>
        </p:grpSpPr>
        <p:sp>
          <p:nvSpPr>
            <p:cNvPr id="11" name="Google Shape;11;p2"/>
            <p:cNvSpPr/>
            <p:nvPr/>
          </p:nvSpPr>
          <p:spPr>
            <a:xfrm>
              <a:off x="-1381427" y="4960888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314" y="1"/>
                  </a:moveTo>
                  <a:cubicBezTo>
                    <a:pt x="649" y="1"/>
                    <a:pt x="88" y="396"/>
                    <a:pt x="51" y="927"/>
                  </a:cubicBezTo>
                  <a:cubicBezTo>
                    <a:pt x="0" y="1491"/>
                    <a:pt x="538" y="2004"/>
                    <a:pt x="1256" y="2068"/>
                  </a:cubicBezTo>
                  <a:cubicBezTo>
                    <a:pt x="1306" y="2072"/>
                    <a:pt x="1355" y="2075"/>
                    <a:pt x="1403" y="2075"/>
                  </a:cubicBezTo>
                  <a:cubicBezTo>
                    <a:pt x="2056" y="2075"/>
                    <a:pt x="2592" y="1683"/>
                    <a:pt x="2640" y="1158"/>
                  </a:cubicBezTo>
                  <a:cubicBezTo>
                    <a:pt x="2691" y="581"/>
                    <a:pt x="2153" y="69"/>
                    <a:pt x="1435" y="5"/>
                  </a:cubicBezTo>
                  <a:cubicBezTo>
                    <a:pt x="1395" y="2"/>
                    <a:pt x="1354" y="1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381427" y="495784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40" y="1205"/>
                  </a:moveTo>
                  <a:cubicBezTo>
                    <a:pt x="2589" y="1769"/>
                    <a:pt x="1974" y="2179"/>
                    <a:pt x="1256" y="2115"/>
                  </a:cubicBezTo>
                  <a:cubicBezTo>
                    <a:pt x="538" y="2051"/>
                    <a:pt x="0" y="1538"/>
                    <a:pt x="51" y="974"/>
                  </a:cubicBezTo>
                  <a:cubicBezTo>
                    <a:pt x="90" y="411"/>
                    <a:pt x="718" y="1"/>
                    <a:pt x="1435" y="52"/>
                  </a:cubicBezTo>
                  <a:cubicBezTo>
                    <a:pt x="2153" y="116"/>
                    <a:pt x="2691" y="628"/>
                    <a:pt x="2640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098925" y="5259039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0"/>
                  </a:moveTo>
                  <a:cubicBezTo>
                    <a:pt x="636" y="0"/>
                    <a:pt x="100" y="392"/>
                    <a:pt x="52" y="917"/>
                  </a:cubicBezTo>
                  <a:cubicBezTo>
                    <a:pt x="1" y="1493"/>
                    <a:pt x="539" y="2006"/>
                    <a:pt x="1257" y="2070"/>
                  </a:cubicBezTo>
                  <a:cubicBezTo>
                    <a:pt x="1297" y="2073"/>
                    <a:pt x="1338" y="2074"/>
                    <a:pt x="1378" y="2074"/>
                  </a:cubicBezTo>
                  <a:cubicBezTo>
                    <a:pt x="2044" y="2074"/>
                    <a:pt x="2605" y="1679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098925" y="5255289"/>
              <a:ext cx="174065" cy="140959"/>
            </a:xfrm>
            <a:custGeom>
              <a:avLst/>
              <a:gdLst/>
              <a:ahLst/>
              <a:cxnLst/>
              <a:rect l="l" t="t" r="r" b="b"/>
              <a:pathLst>
                <a:path w="2692" h="2180" fill="none" extrusionOk="0">
                  <a:moveTo>
                    <a:pt x="2653" y="1206"/>
                  </a:moveTo>
                  <a:cubicBezTo>
                    <a:pt x="2602" y="1769"/>
                    <a:pt x="1974" y="2179"/>
                    <a:pt x="1257" y="2128"/>
                  </a:cubicBezTo>
                  <a:cubicBezTo>
                    <a:pt x="539" y="2064"/>
                    <a:pt x="1" y="1551"/>
                    <a:pt x="52" y="975"/>
                  </a:cubicBezTo>
                  <a:cubicBezTo>
                    <a:pt x="103" y="411"/>
                    <a:pt x="718" y="1"/>
                    <a:pt x="1436" y="65"/>
                  </a:cubicBezTo>
                  <a:cubicBezTo>
                    <a:pt x="2154" y="129"/>
                    <a:pt x="2692" y="642"/>
                    <a:pt x="2653" y="1206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214926" y="4599887"/>
              <a:ext cx="450034" cy="748310"/>
            </a:xfrm>
            <a:custGeom>
              <a:avLst/>
              <a:gdLst/>
              <a:ahLst/>
              <a:cxnLst/>
              <a:rect l="l" t="t" r="r" b="b"/>
              <a:pathLst>
                <a:path w="6960" h="11573" fill="none" extrusionOk="0">
                  <a:moveTo>
                    <a:pt x="1" y="6972"/>
                  </a:moveTo>
                  <a:lnTo>
                    <a:pt x="2897" y="1"/>
                  </a:lnTo>
                  <a:lnTo>
                    <a:pt x="6959" y="4537"/>
                  </a:lnTo>
                  <a:lnTo>
                    <a:pt x="4383" y="11572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066594" y="4694357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1" y="1"/>
                  </a:moveTo>
                  <a:lnTo>
                    <a:pt x="4063" y="469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545532" y="-138625"/>
            <a:ext cx="8132050" cy="5881692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 rot="1969864">
            <a:off x="2466621" y="-1595073"/>
            <a:ext cx="3617692" cy="2877927"/>
            <a:chOff x="-1221177" y="-856963"/>
            <a:chExt cx="3089277" cy="2457565"/>
          </a:xfrm>
        </p:grpSpPr>
        <p:sp>
          <p:nvSpPr>
            <p:cNvPr id="19" name="Google Shape;19;p2"/>
            <p:cNvSpPr/>
            <p:nvPr/>
          </p:nvSpPr>
          <p:spPr>
            <a:xfrm>
              <a:off x="-1221177" y="-564373"/>
              <a:ext cx="3089277" cy="2164975"/>
            </a:xfrm>
            <a:custGeom>
              <a:avLst/>
              <a:gdLst/>
              <a:ahLst/>
              <a:cxnLst/>
              <a:rect l="l" t="t" r="r" b="b"/>
              <a:pathLst>
                <a:path w="65482" h="45890" fill="none" extrusionOk="0">
                  <a:moveTo>
                    <a:pt x="0" y="40751"/>
                  </a:moveTo>
                  <a:cubicBezTo>
                    <a:pt x="18837" y="45889"/>
                    <a:pt x="46927" y="45492"/>
                    <a:pt x="60600" y="14866"/>
                  </a:cubicBezTo>
                  <a:cubicBezTo>
                    <a:pt x="63047" y="9381"/>
                    <a:pt x="65482" y="1"/>
                    <a:pt x="65482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050729" y="-637497"/>
              <a:ext cx="2826970" cy="2014998"/>
            </a:xfrm>
            <a:custGeom>
              <a:avLst/>
              <a:gdLst/>
              <a:ahLst/>
              <a:cxnLst/>
              <a:rect l="l" t="t" r="r" b="b"/>
              <a:pathLst>
                <a:path w="59922" h="42711" fill="none" extrusionOk="0">
                  <a:moveTo>
                    <a:pt x="1" y="38610"/>
                  </a:moveTo>
                  <a:cubicBezTo>
                    <a:pt x="16980" y="42711"/>
                    <a:pt x="41814" y="41878"/>
                    <a:pt x="54885" y="14519"/>
                  </a:cubicBezTo>
                  <a:cubicBezTo>
                    <a:pt x="57474" y="9099"/>
                    <a:pt x="59921" y="0"/>
                    <a:pt x="59921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847" y="-710668"/>
              <a:ext cx="2564569" cy="1865729"/>
            </a:xfrm>
            <a:custGeom>
              <a:avLst/>
              <a:gdLst/>
              <a:ahLst/>
              <a:cxnLst/>
              <a:rect l="l" t="t" r="r" b="b"/>
              <a:pathLst>
                <a:path w="54360" h="39547" fill="none" extrusionOk="0">
                  <a:moveTo>
                    <a:pt x="1" y="36483"/>
                  </a:moveTo>
                  <a:cubicBezTo>
                    <a:pt x="15134" y="39546"/>
                    <a:pt x="36817" y="38303"/>
                    <a:pt x="49195" y="14186"/>
                  </a:cubicBezTo>
                  <a:cubicBezTo>
                    <a:pt x="51938" y="8830"/>
                    <a:pt x="54360" y="1"/>
                    <a:pt x="54360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710353" y="-783792"/>
              <a:ext cx="2302168" cy="1715751"/>
            </a:xfrm>
            <a:custGeom>
              <a:avLst/>
              <a:gdLst/>
              <a:ahLst/>
              <a:cxnLst/>
              <a:rect l="l" t="t" r="r" b="b"/>
              <a:pathLst>
                <a:path w="48798" h="36368" fill="none" extrusionOk="0">
                  <a:moveTo>
                    <a:pt x="0" y="34356"/>
                  </a:moveTo>
                  <a:cubicBezTo>
                    <a:pt x="13276" y="36368"/>
                    <a:pt x="31883" y="34766"/>
                    <a:pt x="43480" y="13853"/>
                  </a:cubicBezTo>
                  <a:cubicBezTo>
                    <a:pt x="46401" y="8573"/>
                    <a:pt x="48798" y="0"/>
                    <a:pt x="48798" y="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540471" y="-856963"/>
              <a:ext cx="2040380" cy="1565868"/>
            </a:xfrm>
            <a:custGeom>
              <a:avLst/>
              <a:gdLst/>
              <a:ahLst/>
              <a:cxnLst/>
              <a:rect l="l" t="t" r="r" b="b"/>
              <a:pathLst>
                <a:path w="43249" h="33191" fill="none" extrusionOk="0">
                  <a:moveTo>
                    <a:pt x="0" y="32229"/>
                  </a:moveTo>
                  <a:cubicBezTo>
                    <a:pt x="11431" y="33190"/>
                    <a:pt x="27051" y="31294"/>
                    <a:pt x="37777" y="13520"/>
                  </a:cubicBezTo>
                  <a:cubicBezTo>
                    <a:pt x="40904" y="8317"/>
                    <a:pt x="43249" y="1"/>
                    <a:pt x="43249" y="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 rot="1616616">
            <a:off x="4677723" y="152016"/>
            <a:ext cx="487152" cy="569906"/>
            <a:chOff x="828772" y="314668"/>
            <a:chExt cx="416010" cy="486680"/>
          </a:xfrm>
        </p:grpSpPr>
        <p:sp>
          <p:nvSpPr>
            <p:cNvPr id="25" name="Google Shape;25;p2"/>
            <p:cNvSpPr/>
            <p:nvPr/>
          </p:nvSpPr>
          <p:spPr>
            <a:xfrm>
              <a:off x="828772" y="325849"/>
              <a:ext cx="182624" cy="180501"/>
            </a:xfrm>
            <a:custGeom>
              <a:avLst/>
              <a:gdLst/>
              <a:ahLst/>
              <a:cxnLst/>
              <a:rect l="l" t="t" r="r" b="b"/>
              <a:pathLst>
                <a:path w="3871" h="3826" extrusionOk="0">
                  <a:moveTo>
                    <a:pt x="2277" y="1"/>
                  </a:moveTo>
                  <a:cubicBezTo>
                    <a:pt x="1531" y="1"/>
                    <a:pt x="747" y="588"/>
                    <a:pt x="398" y="1455"/>
                  </a:cubicBezTo>
                  <a:cubicBezTo>
                    <a:pt x="1" y="2454"/>
                    <a:pt x="321" y="3454"/>
                    <a:pt x="1103" y="3748"/>
                  </a:cubicBezTo>
                  <a:cubicBezTo>
                    <a:pt x="1245" y="3800"/>
                    <a:pt x="1395" y="3825"/>
                    <a:pt x="1548" y="3825"/>
                  </a:cubicBezTo>
                  <a:cubicBezTo>
                    <a:pt x="2224" y="3825"/>
                    <a:pt x="2961" y="3340"/>
                    <a:pt x="3358" y="2557"/>
                  </a:cubicBezTo>
                  <a:cubicBezTo>
                    <a:pt x="3871" y="1544"/>
                    <a:pt x="3602" y="417"/>
                    <a:pt x="2743" y="83"/>
                  </a:cubicBezTo>
                  <a:cubicBezTo>
                    <a:pt x="2593" y="27"/>
                    <a:pt x="2436" y="1"/>
                    <a:pt x="227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28772" y="314668"/>
              <a:ext cx="182624" cy="201354"/>
            </a:xfrm>
            <a:custGeom>
              <a:avLst/>
              <a:gdLst/>
              <a:ahLst/>
              <a:cxnLst/>
              <a:rect l="l" t="t" r="r" b="b"/>
              <a:pathLst>
                <a:path w="3871" h="4268" fill="none" extrusionOk="0">
                  <a:moveTo>
                    <a:pt x="2743" y="320"/>
                  </a:moveTo>
                  <a:cubicBezTo>
                    <a:pt x="3602" y="654"/>
                    <a:pt x="3871" y="1781"/>
                    <a:pt x="3358" y="2794"/>
                  </a:cubicBezTo>
                  <a:cubicBezTo>
                    <a:pt x="2871" y="3755"/>
                    <a:pt x="1872" y="4267"/>
                    <a:pt x="1103" y="3985"/>
                  </a:cubicBezTo>
                  <a:cubicBezTo>
                    <a:pt x="321" y="3691"/>
                    <a:pt x="1" y="2691"/>
                    <a:pt x="398" y="1692"/>
                  </a:cubicBezTo>
                  <a:cubicBezTo>
                    <a:pt x="821" y="641"/>
                    <a:pt x="1885" y="0"/>
                    <a:pt x="2743" y="32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97084" y="366656"/>
              <a:ext cx="26655" cy="18777"/>
            </a:xfrm>
            <a:custGeom>
              <a:avLst/>
              <a:gdLst/>
              <a:ahLst/>
              <a:cxnLst/>
              <a:rect l="l" t="t" r="r" b="b"/>
              <a:pathLst>
                <a:path w="565" h="398" fill="none" extrusionOk="0">
                  <a:moveTo>
                    <a:pt x="1" y="397"/>
                  </a:moveTo>
                  <a:cubicBezTo>
                    <a:pt x="168" y="205"/>
                    <a:pt x="373" y="64"/>
                    <a:pt x="565" y="0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75949" y="411380"/>
              <a:ext cx="7926" cy="47791"/>
            </a:xfrm>
            <a:custGeom>
              <a:avLst/>
              <a:gdLst/>
              <a:ahLst/>
              <a:cxnLst/>
              <a:rect l="l" t="t" r="r" b="b"/>
              <a:pathLst>
                <a:path w="168" h="1013" fill="none" extrusionOk="0">
                  <a:moveTo>
                    <a:pt x="167" y="1013"/>
                  </a:moveTo>
                  <a:cubicBezTo>
                    <a:pt x="141" y="974"/>
                    <a:pt x="129" y="936"/>
                    <a:pt x="103" y="897"/>
                  </a:cubicBezTo>
                  <a:cubicBezTo>
                    <a:pt x="0" y="654"/>
                    <a:pt x="0" y="334"/>
                    <a:pt x="116" y="0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5664" y="494788"/>
              <a:ext cx="379118" cy="306559"/>
            </a:xfrm>
            <a:custGeom>
              <a:avLst/>
              <a:gdLst/>
              <a:ahLst/>
              <a:cxnLst/>
              <a:rect l="l" t="t" r="r" b="b"/>
              <a:pathLst>
                <a:path w="8036" h="6498" fill="none" extrusionOk="0">
                  <a:moveTo>
                    <a:pt x="1" y="1"/>
                  </a:moveTo>
                  <a:lnTo>
                    <a:pt x="8035" y="6498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 rot="1616616">
            <a:off x="3961958" y="164792"/>
            <a:ext cx="399366" cy="730610"/>
            <a:chOff x="323987" y="610889"/>
            <a:chExt cx="341044" cy="623914"/>
          </a:xfrm>
        </p:grpSpPr>
        <p:sp>
          <p:nvSpPr>
            <p:cNvPr id="31" name="Google Shape;31;p2"/>
            <p:cNvSpPr/>
            <p:nvPr/>
          </p:nvSpPr>
          <p:spPr>
            <a:xfrm>
              <a:off x="323987" y="1036281"/>
              <a:ext cx="204986" cy="187814"/>
            </a:xfrm>
            <a:custGeom>
              <a:avLst/>
              <a:gdLst/>
              <a:ahLst/>
              <a:cxnLst/>
              <a:rect l="l" t="t" r="r" b="b"/>
              <a:pathLst>
                <a:path w="4345" h="3981" extrusionOk="0">
                  <a:moveTo>
                    <a:pt x="2671" y="0"/>
                  </a:moveTo>
                  <a:cubicBezTo>
                    <a:pt x="2077" y="0"/>
                    <a:pt x="1416" y="308"/>
                    <a:pt x="911" y="876"/>
                  </a:cubicBezTo>
                  <a:cubicBezTo>
                    <a:pt x="116" y="1760"/>
                    <a:pt x="1" y="2952"/>
                    <a:pt x="616" y="3580"/>
                  </a:cubicBezTo>
                  <a:cubicBezTo>
                    <a:pt x="879" y="3848"/>
                    <a:pt x="1237" y="3980"/>
                    <a:pt x="1629" y="3980"/>
                  </a:cubicBezTo>
                  <a:cubicBezTo>
                    <a:pt x="2154" y="3980"/>
                    <a:pt x="2738" y="3742"/>
                    <a:pt x="3230" y="3272"/>
                  </a:cubicBezTo>
                  <a:cubicBezTo>
                    <a:pt x="4127" y="2414"/>
                    <a:pt x="4345" y="1106"/>
                    <a:pt x="3679" y="402"/>
                  </a:cubicBezTo>
                  <a:cubicBezTo>
                    <a:pt x="3411" y="130"/>
                    <a:pt x="3055" y="0"/>
                    <a:pt x="267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3987" y="1022552"/>
              <a:ext cx="204986" cy="212252"/>
            </a:xfrm>
            <a:custGeom>
              <a:avLst/>
              <a:gdLst/>
              <a:ahLst/>
              <a:cxnLst/>
              <a:rect l="l" t="t" r="r" b="b"/>
              <a:pathLst>
                <a:path w="4345" h="4499" fill="none" extrusionOk="0">
                  <a:moveTo>
                    <a:pt x="3679" y="693"/>
                  </a:moveTo>
                  <a:cubicBezTo>
                    <a:pt x="4345" y="1397"/>
                    <a:pt x="4127" y="2705"/>
                    <a:pt x="3230" y="3563"/>
                  </a:cubicBezTo>
                  <a:cubicBezTo>
                    <a:pt x="2371" y="4383"/>
                    <a:pt x="1231" y="4499"/>
                    <a:pt x="616" y="3871"/>
                  </a:cubicBezTo>
                  <a:cubicBezTo>
                    <a:pt x="1" y="3243"/>
                    <a:pt x="116" y="2051"/>
                    <a:pt x="911" y="1167"/>
                  </a:cubicBezTo>
                  <a:cubicBezTo>
                    <a:pt x="1744" y="231"/>
                    <a:pt x="2999" y="1"/>
                    <a:pt x="3679" y="693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563" y="1077560"/>
              <a:ext cx="61708" cy="29675"/>
            </a:xfrm>
            <a:custGeom>
              <a:avLst/>
              <a:gdLst/>
              <a:ahLst/>
              <a:cxnLst/>
              <a:rect l="l" t="t" r="r" b="b"/>
              <a:pathLst>
                <a:path w="1308" h="629" fill="none" extrusionOk="0">
                  <a:moveTo>
                    <a:pt x="1" y="629"/>
                  </a:moveTo>
                  <a:cubicBezTo>
                    <a:pt x="154" y="462"/>
                    <a:pt x="334" y="321"/>
                    <a:pt x="513" y="219"/>
                  </a:cubicBezTo>
                  <a:cubicBezTo>
                    <a:pt x="769" y="78"/>
                    <a:pt x="1103" y="1"/>
                    <a:pt x="1308" y="116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6588" y="1133181"/>
              <a:ext cx="8539" cy="41186"/>
            </a:xfrm>
            <a:custGeom>
              <a:avLst/>
              <a:gdLst/>
              <a:ahLst/>
              <a:cxnLst/>
              <a:rect l="l" t="t" r="r" b="b"/>
              <a:pathLst>
                <a:path w="181" h="873" fill="none" extrusionOk="0">
                  <a:moveTo>
                    <a:pt x="180" y="872"/>
                  </a:moveTo>
                  <a:cubicBezTo>
                    <a:pt x="26" y="731"/>
                    <a:pt x="1" y="385"/>
                    <a:pt x="142" y="1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6259" y="610889"/>
              <a:ext cx="278772" cy="473379"/>
            </a:xfrm>
            <a:custGeom>
              <a:avLst/>
              <a:gdLst/>
              <a:ahLst/>
              <a:cxnLst/>
              <a:rect l="l" t="t" r="r" b="b"/>
              <a:pathLst>
                <a:path w="5909" h="10034" fill="none" extrusionOk="0">
                  <a:moveTo>
                    <a:pt x="2717" y="10034"/>
                  </a:moveTo>
                  <a:lnTo>
                    <a:pt x="1" y="0"/>
                  </a:lnTo>
                  <a:cubicBezTo>
                    <a:pt x="1" y="0"/>
                    <a:pt x="5908" y="3370"/>
                    <a:pt x="4588" y="5562"/>
                  </a:cubicBezTo>
                  <a:cubicBezTo>
                    <a:pt x="3973" y="6394"/>
                    <a:pt x="2807" y="4882"/>
                    <a:pt x="2807" y="4882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-231709" y="3925776"/>
            <a:ext cx="9711328" cy="3071191"/>
            <a:chOff x="-2247300" y="3512811"/>
            <a:chExt cx="12801645" cy="4048499"/>
          </a:xfrm>
        </p:grpSpPr>
        <p:sp>
          <p:nvSpPr>
            <p:cNvPr id="37" name="Google Shape;37;p2"/>
            <p:cNvSpPr/>
            <p:nvPr/>
          </p:nvSpPr>
          <p:spPr>
            <a:xfrm>
              <a:off x="-2247300" y="3512811"/>
              <a:ext cx="12801645" cy="1688725"/>
            </a:xfrm>
            <a:custGeom>
              <a:avLst/>
              <a:gdLst/>
              <a:ahLst/>
              <a:cxnLst/>
              <a:rect l="l" t="t" r="r" b="b"/>
              <a:pathLst>
                <a:path w="197984" h="26117" fill="none" extrusionOk="0">
                  <a:moveTo>
                    <a:pt x="197984" y="26116"/>
                  </a:moveTo>
                  <a:cubicBezTo>
                    <a:pt x="177481" y="6472"/>
                    <a:pt x="154299" y="4549"/>
                    <a:pt x="142100" y="5959"/>
                  </a:cubicBezTo>
                  <a:cubicBezTo>
                    <a:pt x="119995" y="8522"/>
                    <a:pt x="114190" y="21567"/>
                    <a:pt x="96672" y="22490"/>
                  </a:cubicBezTo>
                  <a:cubicBezTo>
                    <a:pt x="79155" y="23412"/>
                    <a:pt x="64547" y="0"/>
                    <a:pt x="30409" y="4383"/>
                  </a:cubicBezTo>
                  <a:cubicBezTo>
                    <a:pt x="21669" y="5511"/>
                    <a:pt x="4049" y="8176"/>
                    <a:pt x="0" y="1987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44002" y="3666057"/>
              <a:ext cx="12672390" cy="1858587"/>
            </a:xfrm>
            <a:custGeom>
              <a:avLst/>
              <a:gdLst/>
              <a:ahLst/>
              <a:cxnLst/>
              <a:rect l="l" t="t" r="r" b="b"/>
              <a:pathLst>
                <a:path w="195985" h="28744" fill="none" extrusionOk="0">
                  <a:moveTo>
                    <a:pt x="195985" y="28744"/>
                  </a:moveTo>
                  <a:cubicBezTo>
                    <a:pt x="176725" y="8843"/>
                    <a:pt x="155914" y="4922"/>
                    <a:pt x="142907" y="6767"/>
                  </a:cubicBezTo>
                  <a:cubicBezTo>
                    <a:pt x="121648" y="9778"/>
                    <a:pt x="111051" y="27885"/>
                    <a:pt x="89599" y="23413"/>
                  </a:cubicBezTo>
                  <a:cubicBezTo>
                    <a:pt x="73286" y="20017"/>
                    <a:pt x="57601" y="1"/>
                    <a:pt x="29281" y="3576"/>
                  </a:cubicBezTo>
                  <a:cubicBezTo>
                    <a:pt x="20529" y="4665"/>
                    <a:pt x="4216" y="8984"/>
                    <a:pt x="0" y="4050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2240705" y="3822665"/>
              <a:ext cx="12542359" cy="2283662"/>
            </a:xfrm>
            <a:custGeom>
              <a:avLst/>
              <a:gdLst/>
              <a:ahLst/>
              <a:cxnLst/>
              <a:rect l="l" t="t" r="r" b="b"/>
              <a:pathLst>
                <a:path w="193974" h="35318" fill="none" extrusionOk="0">
                  <a:moveTo>
                    <a:pt x="193973" y="31319"/>
                  </a:moveTo>
                  <a:cubicBezTo>
                    <a:pt x="175969" y="11162"/>
                    <a:pt x="157516" y="5204"/>
                    <a:pt x="143715" y="7510"/>
                  </a:cubicBezTo>
                  <a:cubicBezTo>
                    <a:pt x="123289" y="10919"/>
                    <a:pt x="108065" y="35317"/>
                    <a:pt x="82526" y="24297"/>
                  </a:cubicBezTo>
                  <a:cubicBezTo>
                    <a:pt x="67482" y="17800"/>
                    <a:pt x="50656" y="1"/>
                    <a:pt x="28167" y="2718"/>
                  </a:cubicBezTo>
                  <a:cubicBezTo>
                    <a:pt x="19389" y="3781"/>
                    <a:pt x="4383" y="9740"/>
                    <a:pt x="1" y="6062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2237407" y="3974295"/>
              <a:ext cx="12413103" cy="2837151"/>
            </a:xfrm>
            <a:custGeom>
              <a:avLst/>
              <a:gdLst/>
              <a:ahLst/>
              <a:cxnLst/>
              <a:rect l="l" t="t" r="r" b="b"/>
              <a:pathLst>
                <a:path w="191975" h="43878" fill="none" extrusionOk="0">
                  <a:moveTo>
                    <a:pt x="191974" y="33959"/>
                  </a:moveTo>
                  <a:cubicBezTo>
                    <a:pt x="175213" y="13559"/>
                    <a:pt x="159118" y="5537"/>
                    <a:pt x="144522" y="8343"/>
                  </a:cubicBezTo>
                  <a:cubicBezTo>
                    <a:pt x="124916" y="12085"/>
                    <a:pt x="104477" y="43877"/>
                    <a:pt x="75452" y="25245"/>
                  </a:cubicBezTo>
                  <a:cubicBezTo>
                    <a:pt x="61344" y="16198"/>
                    <a:pt x="43711" y="1"/>
                    <a:pt x="27039" y="1936"/>
                  </a:cubicBezTo>
                  <a:cubicBezTo>
                    <a:pt x="18236" y="2961"/>
                    <a:pt x="4537" y="10573"/>
                    <a:pt x="1" y="8151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2234045" y="4125148"/>
              <a:ext cx="12283784" cy="3436162"/>
            </a:xfrm>
            <a:custGeom>
              <a:avLst/>
              <a:gdLst/>
              <a:ahLst/>
              <a:cxnLst/>
              <a:rect l="l" t="t" r="r" b="b"/>
              <a:pathLst>
                <a:path w="189975" h="53142" fill="none" extrusionOk="0">
                  <a:moveTo>
                    <a:pt x="189975" y="36624"/>
                  </a:moveTo>
                  <a:cubicBezTo>
                    <a:pt x="174456" y="15980"/>
                    <a:pt x="160719" y="5856"/>
                    <a:pt x="145329" y="9175"/>
                  </a:cubicBezTo>
                  <a:cubicBezTo>
                    <a:pt x="126543" y="13237"/>
                    <a:pt x="100030" y="53141"/>
                    <a:pt x="68378" y="26218"/>
                  </a:cubicBezTo>
                  <a:cubicBezTo>
                    <a:pt x="54872" y="14737"/>
                    <a:pt x="36752" y="0"/>
                    <a:pt x="25924" y="1166"/>
                  </a:cubicBezTo>
                  <a:cubicBezTo>
                    <a:pt x="17095" y="2127"/>
                    <a:pt x="4703" y="11418"/>
                    <a:pt x="0" y="10239"/>
                  </a:cubicBez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1193284" y="4566985"/>
            <a:ext cx="299213" cy="451960"/>
            <a:chOff x="159762" y="4811199"/>
            <a:chExt cx="394428" cy="595782"/>
          </a:xfrm>
        </p:grpSpPr>
        <p:sp>
          <p:nvSpPr>
            <p:cNvPr id="43" name="Google Shape;43;p2"/>
            <p:cNvSpPr/>
            <p:nvPr/>
          </p:nvSpPr>
          <p:spPr>
            <a:xfrm>
              <a:off x="344498" y="5198129"/>
              <a:ext cx="209692" cy="194239"/>
            </a:xfrm>
            <a:custGeom>
              <a:avLst/>
              <a:gdLst/>
              <a:ahLst/>
              <a:cxnLst/>
              <a:rect l="l" t="t" r="r" b="b"/>
              <a:pathLst>
                <a:path w="3243" h="3004" extrusionOk="0">
                  <a:moveTo>
                    <a:pt x="1963" y="0"/>
                  </a:moveTo>
                  <a:cubicBezTo>
                    <a:pt x="1465" y="0"/>
                    <a:pt x="917" y="284"/>
                    <a:pt x="552" y="795"/>
                  </a:cubicBezTo>
                  <a:cubicBezTo>
                    <a:pt x="1" y="1551"/>
                    <a:pt x="65" y="2487"/>
                    <a:pt x="718" y="2858"/>
                  </a:cubicBezTo>
                  <a:cubicBezTo>
                    <a:pt x="892" y="2957"/>
                    <a:pt x="1085" y="3003"/>
                    <a:pt x="1284" y="3003"/>
                  </a:cubicBezTo>
                  <a:cubicBezTo>
                    <a:pt x="1836" y="3003"/>
                    <a:pt x="2436" y="2648"/>
                    <a:pt x="2794" y="2064"/>
                  </a:cubicBezTo>
                  <a:cubicBezTo>
                    <a:pt x="3243" y="1321"/>
                    <a:pt x="3115" y="475"/>
                    <a:pt x="2525" y="142"/>
                  </a:cubicBezTo>
                  <a:cubicBezTo>
                    <a:pt x="2356" y="46"/>
                    <a:pt x="2163" y="0"/>
                    <a:pt x="196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44498" y="5185714"/>
              <a:ext cx="209692" cy="221267"/>
            </a:xfrm>
            <a:custGeom>
              <a:avLst/>
              <a:gdLst/>
              <a:ahLst/>
              <a:cxnLst/>
              <a:rect l="l" t="t" r="r" b="b"/>
              <a:pathLst>
                <a:path w="3243" h="3422" fill="none" extrusionOk="0">
                  <a:moveTo>
                    <a:pt x="718" y="3050"/>
                  </a:moveTo>
                  <a:cubicBezTo>
                    <a:pt x="65" y="2679"/>
                    <a:pt x="1" y="1743"/>
                    <a:pt x="552" y="987"/>
                  </a:cubicBezTo>
                  <a:cubicBezTo>
                    <a:pt x="1064" y="270"/>
                    <a:pt x="1936" y="1"/>
                    <a:pt x="2525" y="334"/>
                  </a:cubicBezTo>
                  <a:cubicBezTo>
                    <a:pt x="3115" y="667"/>
                    <a:pt x="3243" y="1513"/>
                    <a:pt x="2794" y="2256"/>
                  </a:cubicBezTo>
                  <a:cubicBezTo>
                    <a:pt x="2307" y="3050"/>
                    <a:pt x="1372" y="3422"/>
                    <a:pt x="718" y="305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9762" y="4811199"/>
              <a:ext cx="362937" cy="406905"/>
            </a:xfrm>
            <a:custGeom>
              <a:avLst/>
              <a:gdLst/>
              <a:ahLst/>
              <a:cxnLst/>
              <a:rect l="l" t="t" r="r" b="b"/>
              <a:pathLst>
                <a:path w="5613" h="6293" fill="none" extrusionOk="0">
                  <a:moveTo>
                    <a:pt x="5613" y="6292"/>
                  </a:move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5325691" y="4875125"/>
            <a:ext cx="351996" cy="388485"/>
          </a:xfrm>
          <a:custGeom>
            <a:avLst/>
            <a:gdLst/>
            <a:ahLst/>
            <a:cxnLst/>
            <a:rect l="l" t="t" r="r" b="b"/>
            <a:pathLst>
              <a:path w="7177" h="7921" fill="none" extrusionOk="0">
                <a:moveTo>
                  <a:pt x="2000" y="4294"/>
                </a:moveTo>
                <a:cubicBezTo>
                  <a:pt x="3255" y="3986"/>
                  <a:pt x="2051" y="1039"/>
                  <a:pt x="936" y="2102"/>
                </a:cubicBezTo>
                <a:cubicBezTo>
                  <a:pt x="1" y="3012"/>
                  <a:pt x="821" y="6152"/>
                  <a:pt x="2474" y="5229"/>
                </a:cubicBezTo>
                <a:cubicBezTo>
                  <a:pt x="3871" y="4447"/>
                  <a:pt x="4037" y="1923"/>
                  <a:pt x="4063" y="1"/>
                </a:cubicBezTo>
                <a:cubicBezTo>
                  <a:pt x="5331" y="4486"/>
                  <a:pt x="7177" y="7920"/>
                  <a:pt x="7177" y="7920"/>
                </a:cubicBezTo>
              </a:path>
            </a:pathLst>
          </a:custGeom>
          <a:solidFill>
            <a:schemeClr val="accent1"/>
          </a:solidFill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2"/>
          <p:cNvGrpSpPr/>
          <p:nvPr/>
        </p:nvGrpSpPr>
        <p:grpSpPr>
          <a:xfrm>
            <a:off x="4787043" y="4467622"/>
            <a:ext cx="467676" cy="514182"/>
            <a:chOff x="5118856" y="3486300"/>
            <a:chExt cx="516312" cy="567655"/>
          </a:xfrm>
        </p:grpSpPr>
        <p:sp>
          <p:nvSpPr>
            <p:cNvPr id="49" name="Google Shape;49;p2"/>
            <p:cNvSpPr/>
            <p:nvPr/>
          </p:nvSpPr>
          <p:spPr>
            <a:xfrm>
              <a:off x="5118856" y="3904138"/>
              <a:ext cx="198959" cy="143222"/>
            </a:xfrm>
            <a:custGeom>
              <a:avLst/>
              <a:gdLst/>
              <a:ahLst/>
              <a:cxnLst/>
              <a:rect l="l" t="t" r="r" b="b"/>
              <a:pathLst>
                <a:path w="3077" h="2215" extrusionOk="0">
                  <a:moveTo>
                    <a:pt x="1613" y="0"/>
                  </a:moveTo>
                  <a:cubicBezTo>
                    <a:pt x="1463" y="0"/>
                    <a:pt x="1308" y="20"/>
                    <a:pt x="1154" y="61"/>
                  </a:cubicBezTo>
                  <a:cubicBezTo>
                    <a:pt x="424" y="253"/>
                    <a:pt x="1" y="855"/>
                    <a:pt x="154" y="1406"/>
                  </a:cubicBezTo>
                  <a:cubicBezTo>
                    <a:pt x="298" y="1891"/>
                    <a:pt x="838" y="2215"/>
                    <a:pt x="1460" y="2215"/>
                  </a:cubicBezTo>
                  <a:cubicBezTo>
                    <a:pt x="1561" y="2215"/>
                    <a:pt x="1665" y="2206"/>
                    <a:pt x="1769" y="2188"/>
                  </a:cubicBezTo>
                  <a:cubicBezTo>
                    <a:pt x="2551" y="2047"/>
                    <a:pt x="3076" y="1419"/>
                    <a:pt x="2897" y="804"/>
                  </a:cubicBezTo>
                  <a:cubicBezTo>
                    <a:pt x="2753" y="312"/>
                    <a:pt x="2216" y="0"/>
                    <a:pt x="161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118856" y="3894762"/>
              <a:ext cx="198959" cy="159193"/>
            </a:xfrm>
            <a:custGeom>
              <a:avLst/>
              <a:gdLst/>
              <a:ahLst/>
              <a:cxnLst/>
              <a:rect l="l" t="t" r="r" b="b"/>
              <a:pathLst>
                <a:path w="3077" h="2462" fill="none" extrusionOk="0">
                  <a:moveTo>
                    <a:pt x="2897" y="949"/>
                  </a:moveTo>
                  <a:cubicBezTo>
                    <a:pt x="3076" y="1564"/>
                    <a:pt x="2551" y="2192"/>
                    <a:pt x="1769" y="2333"/>
                  </a:cubicBezTo>
                  <a:cubicBezTo>
                    <a:pt x="1026" y="2461"/>
                    <a:pt x="321" y="2115"/>
                    <a:pt x="154" y="1551"/>
                  </a:cubicBezTo>
                  <a:cubicBezTo>
                    <a:pt x="1" y="1000"/>
                    <a:pt x="424" y="398"/>
                    <a:pt x="1154" y="206"/>
                  </a:cubicBezTo>
                  <a:cubicBezTo>
                    <a:pt x="1923" y="1"/>
                    <a:pt x="2717" y="334"/>
                    <a:pt x="2897" y="949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306114" y="3486300"/>
              <a:ext cx="329055" cy="550192"/>
            </a:xfrm>
            <a:custGeom>
              <a:avLst/>
              <a:gdLst/>
              <a:ahLst/>
              <a:cxnLst/>
              <a:rect l="l" t="t" r="r" b="b"/>
              <a:pathLst>
                <a:path w="5089" h="8509" fill="none" extrusionOk="0">
                  <a:moveTo>
                    <a:pt x="1" y="7740"/>
                  </a:moveTo>
                  <a:lnTo>
                    <a:pt x="3704" y="0"/>
                  </a:lnTo>
                  <a:cubicBezTo>
                    <a:pt x="3704" y="0"/>
                    <a:pt x="5088" y="8509"/>
                    <a:pt x="2295" y="5895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5954050" y="4356351"/>
            <a:ext cx="433121" cy="811507"/>
            <a:chOff x="5906877" y="4080403"/>
            <a:chExt cx="570948" cy="1069743"/>
          </a:xfrm>
        </p:grpSpPr>
        <p:sp>
          <p:nvSpPr>
            <p:cNvPr id="53" name="Google Shape;53;p2"/>
            <p:cNvSpPr/>
            <p:nvPr/>
          </p:nvSpPr>
          <p:spPr>
            <a:xfrm>
              <a:off x="5941665" y="4813591"/>
              <a:ext cx="280948" cy="315218"/>
            </a:xfrm>
            <a:custGeom>
              <a:avLst/>
              <a:gdLst/>
              <a:ahLst/>
              <a:cxnLst/>
              <a:rect l="l" t="t" r="r" b="b"/>
              <a:pathLst>
                <a:path w="4345" h="4875" extrusionOk="0">
                  <a:moveTo>
                    <a:pt x="2528" y="1"/>
                  </a:moveTo>
                  <a:cubicBezTo>
                    <a:pt x="1809" y="1"/>
                    <a:pt x="1046" y="548"/>
                    <a:pt x="603" y="1463"/>
                  </a:cubicBezTo>
                  <a:cubicBezTo>
                    <a:pt x="0" y="2680"/>
                    <a:pt x="218" y="4102"/>
                    <a:pt x="1064" y="4654"/>
                  </a:cubicBezTo>
                  <a:cubicBezTo>
                    <a:pt x="1294" y="4803"/>
                    <a:pt x="1549" y="4874"/>
                    <a:pt x="1811" y="4874"/>
                  </a:cubicBezTo>
                  <a:cubicBezTo>
                    <a:pt x="2514" y="4874"/>
                    <a:pt x="3269" y="4361"/>
                    <a:pt x="3717" y="3475"/>
                  </a:cubicBezTo>
                  <a:cubicBezTo>
                    <a:pt x="4345" y="2232"/>
                    <a:pt x="4152" y="771"/>
                    <a:pt x="3268" y="220"/>
                  </a:cubicBezTo>
                  <a:cubicBezTo>
                    <a:pt x="3038" y="71"/>
                    <a:pt x="2786" y="1"/>
                    <a:pt x="252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941665" y="4791283"/>
              <a:ext cx="280948" cy="358863"/>
            </a:xfrm>
            <a:custGeom>
              <a:avLst/>
              <a:gdLst/>
              <a:ahLst/>
              <a:cxnLst/>
              <a:rect l="l" t="t" r="r" b="b"/>
              <a:pathLst>
                <a:path w="4345" h="5550" fill="none" extrusionOk="0">
                  <a:moveTo>
                    <a:pt x="3268" y="565"/>
                  </a:moveTo>
                  <a:cubicBezTo>
                    <a:pt x="4152" y="1116"/>
                    <a:pt x="4345" y="2577"/>
                    <a:pt x="3717" y="3820"/>
                  </a:cubicBezTo>
                  <a:cubicBezTo>
                    <a:pt x="3102" y="5037"/>
                    <a:pt x="1910" y="5550"/>
                    <a:pt x="1064" y="4999"/>
                  </a:cubicBezTo>
                  <a:cubicBezTo>
                    <a:pt x="218" y="4447"/>
                    <a:pt x="0" y="3025"/>
                    <a:pt x="603" y="1808"/>
                  </a:cubicBezTo>
                  <a:cubicBezTo>
                    <a:pt x="1205" y="565"/>
                    <a:pt x="2397" y="1"/>
                    <a:pt x="3268" y="56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053528" y="4869200"/>
              <a:ext cx="95374" cy="36533"/>
            </a:xfrm>
            <a:custGeom>
              <a:avLst/>
              <a:gdLst/>
              <a:ahLst/>
              <a:cxnLst/>
              <a:rect l="l" t="t" r="r" b="b"/>
              <a:pathLst>
                <a:path w="1475" h="565" fill="none" extrusionOk="0">
                  <a:moveTo>
                    <a:pt x="0" y="487"/>
                  </a:moveTo>
                  <a:cubicBezTo>
                    <a:pt x="308" y="154"/>
                    <a:pt x="667" y="0"/>
                    <a:pt x="936" y="26"/>
                  </a:cubicBezTo>
                  <a:cubicBezTo>
                    <a:pt x="1026" y="26"/>
                    <a:pt x="1102" y="52"/>
                    <a:pt x="1179" y="103"/>
                  </a:cubicBezTo>
                  <a:cubicBezTo>
                    <a:pt x="1308" y="193"/>
                    <a:pt x="1410" y="346"/>
                    <a:pt x="1474" y="564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011240" y="4952030"/>
              <a:ext cx="11703" cy="68863"/>
            </a:xfrm>
            <a:custGeom>
              <a:avLst/>
              <a:gdLst/>
              <a:ahLst/>
              <a:cxnLst/>
              <a:rect l="l" t="t" r="r" b="b"/>
              <a:pathLst>
                <a:path w="181" h="1065" fill="none" extrusionOk="0">
                  <a:moveTo>
                    <a:pt x="52" y="1064"/>
                  </a:moveTo>
                  <a:cubicBezTo>
                    <a:pt x="1" y="757"/>
                    <a:pt x="39" y="385"/>
                    <a:pt x="180" y="1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906877" y="4080403"/>
              <a:ext cx="570948" cy="786330"/>
            </a:xfrm>
            <a:custGeom>
              <a:avLst/>
              <a:gdLst/>
              <a:ahLst/>
              <a:cxnLst/>
              <a:rect l="l" t="t" r="r" b="b"/>
              <a:pathLst>
                <a:path w="8830" h="12161" fill="none" extrusionOk="0">
                  <a:moveTo>
                    <a:pt x="4344" y="12161"/>
                  </a:moveTo>
                  <a:lnTo>
                    <a:pt x="0" y="0"/>
                  </a:lnTo>
                  <a:cubicBezTo>
                    <a:pt x="0" y="0"/>
                    <a:pt x="8829" y="6279"/>
                    <a:pt x="3716" y="6228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7807248" y="4205673"/>
            <a:ext cx="374039" cy="509117"/>
            <a:chOff x="-1046505" y="4019915"/>
            <a:chExt cx="431019" cy="586675"/>
          </a:xfrm>
        </p:grpSpPr>
        <p:sp>
          <p:nvSpPr>
            <p:cNvPr id="59" name="Google Shape;59;p2"/>
            <p:cNvSpPr/>
            <p:nvPr/>
          </p:nvSpPr>
          <p:spPr>
            <a:xfrm>
              <a:off x="-1046396" y="4430381"/>
              <a:ext cx="260082" cy="164685"/>
            </a:xfrm>
            <a:custGeom>
              <a:avLst/>
              <a:gdLst/>
              <a:ahLst/>
              <a:cxnLst/>
              <a:rect l="l" t="t" r="r" b="b"/>
              <a:pathLst>
                <a:path w="4602" h="2914" extrusionOk="0">
                  <a:moveTo>
                    <a:pt x="3040" y="0"/>
                  </a:moveTo>
                  <a:cubicBezTo>
                    <a:pt x="2745" y="0"/>
                    <a:pt x="2423" y="45"/>
                    <a:pt x="2090" y="140"/>
                  </a:cubicBezTo>
                  <a:cubicBezTo>
                    <a:pt x="885" y="473"/>
                    <a:pt x="1" y="1344"/>
                    <a:pt x="116" y="2075"/>
                  </a:cubicBezTo>
                  <a:cubicBezTo>
                    <a:pt x="200" y="2606"/>
                    <a:pt x="792" y="2914"/>
                    <a:pt x="1573" y="2914"/>
                  </a:cubicBezTo>
                  <a:cubicBezTo>
                    <a:pt x="1865" y="2914"/>
                    <a:pt x="2184" y="2871"/>
                    <a:pt x="2513" y="2780"/>
                  </a:cubicBezTo>
                  <a:cubicBezTo>
                    <a:pt x="3717" y="2447"/>
                    <a:pt x="4601" y="1575"/>
                    <a:pt x="4486" y="845"/>
                  </a:cubicBezTo>
                  <a:cubicBezTo>
                    <a:pt x="4402" y="314"/>
                    <a:pt x="3819" y="0"/>
                    <a:pt x="30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" name="Google Shape;60;p2"/>
            <p:cNvGrpSpPr/>
            <p:nvPr/>
          </p:nvGrpSpPr>
          <p:grpSpPr>
            <a:xfrm>
              <a:off x="-1046505" y="4019915"/>
              <a:ext cx="431019" cy="586675"/>
              <a:chOff x="-1795774" y="3888167"/>
              <a:chExt cx="493101" cy="671176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-1795774" y="4344672"/>
                <a:ext cx="297565" cy="214671"/>
              </a:xfrm>
              <a:custGeom>
                <a:avLst/>
                <a:gdLst/>
                <a:ahLst/>
                <a:cxnLst/>
                <a:rect l="l" t="t" r="r" b="b"/>
                <a:pathLst>
                  <a:path w="4602" h="3320" fill="none" extrusionOk="0">
                    <a:moveTo>
                      <a:pt x="4486" y="1052"/>
                    </a:moveTo>
                    <a:cubicBezTo>
                      <a:pt x="4601" y="1782"/>
                      <a:pt x="3717" y="2654"/>
                      <a:pt x="2513" y="2987"/>
                    </a:cubicBezTo>
                    <a:cubicBezTo>
                      <a:pt x="1308" y="3320"/>
                      <a:pt x="232" y="3012"/>
                      <a:pt x="116" y="2282"/>
                    </a:cubicBezTo>
                    <a:cubicBezTo>
                      <a:pt x="1" y="1551"/>
                      <a:pt x="885" y="680"/>
                      <a:pt x="2090" y="347"/>
                    </a:cubicBezTo>
                    <a:cubicBezTo>
                      <a:pt x="3307" y="1"/>
                      <a:pt x="4371" y="321"/>
                      <a:pt x="4486" y="1052"/>
                    </a:cubicBezTo>
                    <a:close/>
                  </a:path>
                </a:pathLst>
              </a:custGeom>
              <a:solidFill>
                <a:schemeClr val="dk2"/>
              </a:solidFill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1610133" y="4407651"/>
                <a:ext cx="35692" cy="918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42" fill="none" extrusionOk="0">
                    <a:moveTo>
                      <a:pt x="0" y="1"/>
                    </a:moveTo>
                    <a:cubicBezTo>
                      <a:pt x="231" y="14"/>
                      <a:pt x="436" y="65"/>
                      <a:pt x="551" y="142"/>
                    </a:cubicBez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-1731113" y="4411789"/>
                <a:ext cx="84575" cy="63043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975" fill="none" extrusionOk="0">
                    <a:moveTo>
                      <a:pt x="39" y="975"/>
                    </a:moveTo>
                    <a:cubicBezTo>
                      <a:pt x="0" y="706"/>
                      <a:pt x="487" y="232"/>
                      <a:pt x="1205" y="39"/>
                    </a:cubicBezTo>
                    <a:cubicBezTo>
                      <a:pt x="1243" y="27"/>
                      <a:pt x="1282" y="14"/>
                      <a:pt x="1308" y="1"/>
                    </a:cubicBez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-1505770" y="3888167"/>
                <a:ext cx="203097" cy="543597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8407" fill="none" extrusionOk="0">
                    <a:moveTo>
                      <a:pt x="1" y="8406"/>
                    </a:moveTo>
                    <a:lnTo>
                      <a:pt x="3141" y="0"/>
                    </a:lnTo>
                  </a:path>
                </a:pathLst>
              </a:custGeom>
              <a:solidFill>
                <a:schemeClr val="dk2"/>
              </a:solidFill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5" name="Google Shape;65;p2"/>
          <p:cNvGrpSpPr/>
          <p:nvPr/>
        </p:nvGrpSpPr>
        <p:grpSpPr>
          <a:xfrm>
            <a:off x="2074449" y="4545586"/>
            <a:ext cx="734249" cy="494732"/>
            <a:chOff x="897994" y="4240309"/>
            <a:chExt cx="967900" cy="652165"/>
          </a:xfrm>
        </p:grpSpPr>
        <p:sp>
          <p:nvSpPr>
            <p:cNvPr id="66" name="Google Shape;66;p2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109306" y="4705155"/>
              <a:ext cx="71320" cy="49788"/>
            </a:xfrm>
            <a:custGeom>
              <a:avLst/>
              <a:gdLst/>
              <a:ahLst/>
              <a:cxnLst/>
              <a:rect l="l" t="t" r="r" b="b"/>
              <a:pathLst>
                <a:path w="1103" h="770" fill="none" extrusionOk="0">
                  <a:moveTo>
                    <a:pt x="0" y="0"/>
                  </a:moveTo>
                  <a:cubicBezTo>
                    <a:pt x="628" y="180"/>
                    <a:pt x="987" y="513"/>
                    <a:pt x="1103" y="769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94145" y="4698495"/>
              <a:ext cx="65501" cy="19980"/>
            </a:xfrm>
            <a:custGeom>
              <a:avLst/>
              <a:gdLst/>
              <a:ahLst/>
              <a:cxnLst/>
              <a:rect l="l" t="t" r="r" b="b"/>
              <a:pathLst>
                <a:path w="1013" h="309" fill="none" extrusionOk="0">
                  <a:moveTo>
                    <a:pt x="0" y="308"/>
                  </a:moveTo>
                  <a:cubicBezTo>
                    <a:pt x="218" y="142"/>
                    <a:pt x="564" y="14"/>
                    <a:pt x="1013" y="1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2"/>
          <p:cNvGrpSpPr/>
          <p:nvPr/>
        </p:nvGrpSpPr>
        <p:grpSpPr>
          <a:xfrm>
            <a:off x="615560" y="4150187"/>
            <a:ext cx="401730" cy="504148"/>
            <a:chOff x="-1130414" y="3808634"/>
            <a:chExt cx="529568" cy="664577"/>
          </a:xfrm>
        </p:grpSpPr>
        <p:sp>
          <p:nvSpPr>
            <p:cNvPr id="72" name="Google Shape;72;p2"/>
            <p:cNvSpPr/>
            <p:nvPr/>
          </p:nvSpPr>
          <p:spPr>
            <a:xfrm>
              <a:off x="-891751" y="3820984"/>
              <a:ext cx="290905" cy="163654"/>
            </a:xfrm>
            <a:custGeom>
              <a:avLst/>
              <a:gdLst/>
              <a:ahLst/>
              <a:cxnLst/>
              <a:rect l="l" t="t" r="r" b="b"/>
              <a:pathLst>
                <a:path w="4499" h="2531" extrusionOk="0">
                  <a:moveTo>
                    <a:pt x="3318" y="1"/>
                  </a:moveTo>
                  <a:cubicBezTo>
                    <a:pt x="2767" y="1"/>
                    <a:pt x="2047" y="215"/>
                    <a:pt x="1410" y="591"/>
                  </a:cubicBezTo>
                  <a:cubicBezTo>
                    <a:pt x="449" y="1142"/>
                    <a:pt x="0" y="1885"/>
                    <a:pt x="334" y="2269"/>
                  </a:cubicBezTo>
                  <a:cubicBezTo>
                    <a:pt x="481" y="2444"/>
                    <a:pt x="763" y="2530"/>
                    <a:pt x="1119" y="2530"/>
                  </a:cubicBezTo>
                  <a:cubicBezTo>
                    <a:pt x="1598" y="2530"/>
                    <a:pt x="2211" y="2373"/>
                    <a:pt x="2807" y="2064"/>
                  </a:cubicBezTo>
                  <a:cubicBezTo>
                    <a:pt x="3922" y="1501"/>
                    <a:pt x="4498" y="642"/>
                    <a:pt x="4050" y="219"/>
                  </a:cubicBezTo>
                  <a:cubicBezTo>
                    <a:pt x="3892" y="70"/>
                    <a:pt x="3632" y="1"/>
                    <a:pt x="331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891751" y="3808634"/>
              <a:ext cx="290905" cy="185639"/>
            </a:xfrm>
            <a:custGeom>
              <a:avLst/>
              <a:gdLst/>
              <a:ahLst/>
              <a:cxnLst/>
              <a:rect l="l" t="t" r="r" b="b"/>
              <a:pathLst>
                <a:path w="4499" h="2871" fill="none" extrusionOk="0">
                  <a:moveTo>
                    <a:pt x="4050" y="410"/>
                  </a:moveTo>
                  <a:cubicBezTo>
                    <a:pt x="4498" y="833"/>
                    <a:pt x="3922" y="1692"/>
                    <a:pt x="2807" y="2255"/>
                  </a:cubicBezTo>
                  <a:cubicBezTo>
                    <a:pt x="1769" y="2794"/>
                    <a:pt x="680" y="2870"/>
                    <a:pt x="334" y="2460"/>
                  </a:cubicBezTo>
                  <a:cubicBezTo>
                    <a:pt x="0" y="2076"/>
                    <a:pt x="449" y="1333"/>
                    <a:pt x="1410" y="782"/>
                  </a:cubicBezTo>
                  <a:cubicBezTo>
                    <a:pt x="2410" y="192"/>
                    <a:pt x="3614" y="0"/>
                    <a:pt x="4050" y="41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-711930" y="3863272"/>
              <a:ext cx="29873" cy="10022"/>
            </a:xfrm>
            <a:custGeom>
              <a:avLst/>
              <a:gdLst/>
              <a:ahLst/>
              <a:cxnLst/>
              <a:rect l="l" t="t" r="r" b="b"/>
              <a:pathLst>
                <a:path w="462" h="155" fill="none" extrusionOk="0">
                  <a:moveTo>
                    <a:pt x="0" y="14"/>
                  </a:moveTo>
                  <a:cubicBezTo>
                    <a:pt x="116" y="1"/>
                    <a:pt x="333" y="1"/>
                    <a:pt x="423" y="91"/>
                  </a:cubicBezTo>
                  <a:cubicBezTo>
                    <a:pt x="436" y="103"/>
                    <a:pt x="449" y="116"/>
                    <a:pt x="462" y="155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-813059" y="3880666"/>
              <a:ext cx="48948" cy="37373"/>
            </a:xfrm>
            <a:custGeom>
              <a:avLst/>
              <a:gdLst/>
              <a:ahLst/>
              <a:cxnLst/>
              <a:rect l="l" t="t" r="r" b="b"/>
              <a:pathLst>
                <a:path w="757" h="578" fill="none" extrusionOk="0">
                  <a:moveTo>
                    <a:pt x="1" y="578"/>
                  </a:moveTo>
                  <a:cubicBezTo>
                    <a:pt x="103" y="424"/>
                    <a:pt x="308" y="244"/>
                    <a:pt x="565" y="103"/>
                  </a:cubicBezTo>
                  <a:cubicBezTo>
                    <a:pt x="629" y="65"/>
                    <a:pt x="693" y="27"/>
                    <a:pt x="757" y="1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-1130414" y="3927092"/>
              <a:ext cx="258640" cy="546118"/>
            </a:xfrm>
            <a:custGeom>
              <a:avLst/>
              <a:gdLst/>
              <a:ahLst/>
              <a:cxnLst/>
              <a:rect l="l" t="t" r="r" b="b"/>
              <a:pathLst>
                <a:path w="4000" h="8446" fill="none" extrusionOk="0">
                  <a:moveTo>
                    <a:pt x="3999" y="1"/>
                  </a:moveTo>
                  <a:lnTo>
                    <a:pt x="1" y="8445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1667179" y="4104275"/>
            <a:ext cx="1039689" cy="441316"/>
            <a:chOff x="255848" y="3748111"/>
            <a:chExt cx="1370536" cy="581751"/>
          </a:xfrm>
        </p:grpSpPr>
        <p:sp>
          <p:nvSpPr>
            <p:cNvPr id="78" name="Google Shape;78;p2"/>
            <p:cNvSpPr/>
            <p:nvPr/>
          </p:nvSpPr>
          <p:spPr>
            <a:xfrm>
              <a:off x="255848" y="4064949"/>
              <a:ext cx="279331" cy="148653"/>
            </a:xfrm>
            <a:custGeom>
              <a:avLst/>
              <a:gdLst/>
              <a:ahLst/>
              <a:cxnLst/>
              <a:rect l="l" t="t" r="r" b="b"/>
              <a:pathLst>
                <a:path w="4320" h="2299" extrusionOk="0">
                  <a:moveTo>
                    <a:pt x="2042" y="1"/>
                  </a:moveTo>
                  <a:cubicBezTo>
                    <a:pt x="1195" y="1"/>
                    <a:pt x="445" y="332"/>
                    <a:pt x="244" y="829"/>
                  </a:cubicBezTo>
                  <a:cubicBezTo>
                    <a:pt x="1" y="1444"/>
                    <a:pt x="667" y="2084"/>
                    <a:pt x="1718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6" y="1975"/>
                    <a:pt x="4076" y="1469"/>
                  </a:cubicBezTo>
                  <a:cubicBezTo>
                    <a:pt x="4319" y="867"/>
                    <a:pt x="3653" y="226"/>
                    <a:pt x="2589" y="47"/>
                  </a:cubicBezTo>
                  <a:cubicBezTo>
                    <a:pt x="2405" y="16"/>
                    <a:pt x="2221" y="1"/>
                    <a:pt x="204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55848" y="4056349"/>
              <a:ext cx="279331" cy="165788"/>
            </a:xfrm>
            <a:custGeom>
              <a:avLst/>
              <a:gdLst/>
              <a:ahLst/>
              <a:cxnLst/>
              <a:rect l="l" t="t" r="r" b="b"/>
              <a:pathLst>
                <a:path w="4320" h="2564" fill="none" extrusionOk="0">
                  <a:moveTo>
                    <a:pt x="4076" y="1602"/>
                  </a:moveTo>
                  <a:cubicBezTo>
                    <a:pt x="3832" y="2217"/>
                    <a:pt x="2768" y="2563"/>
                    <a:pt x="1718" y="2384"/>
                  </a:cubicBezTo>
                  <a:cubicBezTo>
                    <a:pt x="667" y="2217"/>
                    <a:pt x="1" y="1577"/>
                    <a:pt x="244" y="962"/>
                  </a:cubicBezTo>
                  <a:cubicBezTo>
                    <a:pt x="487" y="359"/>
                    <a:pt x="1538" y="1"/>
                    <a:pt x="2589" y="180"/>
                  </a:cubicBezTo>
                  <a:cubicBezTo>
                    <a:pt x="3653" y="359"/>
                    <a:pt x="4319" y="1000"/>
                    <a:pt x="4076" y="1602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42041" y="4115190"/>
              <a:ext cx="52245" cy="2522"/>
            </a:xfrm>
            <a:custGeom>
              <a:avLst/>
              <a:gdLst/>
              <a:ahLst/>
              <a:cxnLst/>
              <a:rect l="l" t="t" r="r" b="b"/>
              <a:pathLst>
                <a:path w="808" h="39" fill="none" extrusionOk="0">
                  <a:moveTo>
                    <a:pt x="0" y="39"/>
                  </a:moveTo>
                  <a:cubicBezTo>
                    <a:pt x="103" y="13"/>
                    <a:pt x="231" y="0"/>
                    <a:pt x="372" y="0"/>
                  </a:cubicBezTo>
                  <a:cubicBezTo>
                    <a:pt x="526" y="0"/>
                    <a:pt x="667" y="13"/>
                    <a:pt x="808" y="26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82282" y="4172674"/>
              <a:ext cx="279267" cy="148653"/>
            </a:xfrm>
            <a:custGeom>
              <a:avLst/>
              <a:gdLst/>
              <a:ahLst/>
              <a:cxnLst/>
              <a:rect l="l" t="t" r="r" b="b"/>
              <a:pathLst>
                <a:path w="4319" h="2299" extrusionOk="0">
                  <a:moveTo>
                    <a:pt x="2061" y="1"/>
                  </a:moveTo>
                  <a:cubicBezTo>
                    <a:pt x="1207" y="1"/>
                    <a:pt x="455" y="332"/>
                    <a:pt x="244" y="828"/>
                  </a:cubicBezTo>
                  <a:cubicBezTo>
                    <a:pt x="0" y="1444"/>
                    <a:pt x="654" y="2084"/>
                    <a:pt x="1717" y="2251"/>
                  </a:cubicBezTo>
                  <a:cubicBezTo>
                    <a:pt x="1905" y="2283"/>
                    <a:pt x="2093" y="2298"/>
                    <a:pt x="2277" y="2298"/>
                  </a:cubicBezTo>
                  <a:cubicBezTo>
                    <a:pt x="3122" y="2298"/>
                    <a:pt x="3875" y="1975"/>
                    <a:pt x="4075" y="1469"/>
                  </a:cubicBezTo>
                  <a:cubicBezTo>
                    <a:pt x="4319" y="867"/>
                    <a:pt x="3665" y="226"/>
                    <a:pt x="2614" y="47"/>
                  </a:cubicBezTo>
                  <a:cubicBezTo>
                    <a:pt x="2428" y="15"/>
                    <a:pt x="2242" y="1"/>
                    <a:pt x="206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82282" y="4164074"/>
              <a:ext cx="279267" cy="165788"/>
            </a:xfrm>
            <a:custGeom>
              <a:avLst/>
              <a:gdLst/>
              <a:ahLst/>
              <a:cxnLst/>
              <a:rect l="l" t="t" r="r" b="b"/>
              <a:pathLst>
                <a:path w="4319" h="2564" fill="none" extrusionOk="0">
                  <a:moveTo>
                    <a:pt x="4075" y="1602"/>
                  </a:moveTo>
                  <a:cubicBezTo>
                    <a:pt x="3832" y="2217"/>
                    <a:pt x="2768" y="2563"/>
                    <a:pt x="1717" y="2384"/>
                  </a:cubicBezTo>
                  <a:cubicBezTo>
                    <a:pt x="654" y="2217"/>
                    <a:pt x="0" y="1577"/>
                    <a:pt x="244" y="961"/>
                  </a:cubicBezTo>
                  <a:cubicBezTo>
                    <a:pt x="500" y="359"/>
                    <a:pt x="1551" y="0"/>
                    <a:pt x="2614" y="180"/>
                  </a:cubicBezTo>
                  <a:cubicBezTo>
                    <a:pt x="3665" y="359"/>
                    <a:pt x="4319" y="1000"/>
                    <a:pt x="4075" y="1602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970932" y="4222915"/>
              <a:ext cx="50629" cy="2522"/>
            </a:xfrm>
            <a:custGeom>
              <a:avLst/>
              <a:gdLst/>
              <a:ahLst/>
              <a:cxnLst/>
              <a:rect l="l" t="t" r="r" b="b"/>
              <a:pathLst>
                <a:path w="783" h="39" fill="none" extrusionOk="0">
                  <a:moveTo>
                    <a:pt x="0" y="39"/>
                  </a:moveTo>
                  <a:cubicBezTo>
                    <a:pt x="103" y="13"/>
                    <a:pt x="218" y="0"/>
                    <a:pt x="346" y="0"/>
                  </a:cubicBezTo>
                  <a:cubicBezTo>
                    <a:pt x="500" y="0"/>
                    <a:pt x="641" y="13"/>
                    <a:pt x="782" y="26"/>
                  </a:cubicBez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06085" y="3748111"/>
              <a:ext cx="1120299" cy="527044"/>
            </a:xfrm>
            <a:custGeom>
              <a:avLst/>
              <a:gdLst/>
              <a:ahLst/>
              <a:cxnLst/>
              <a:rect l="l" t="t" r="r" b="b"/>
              <a:pathLst>
                <a:path w="17326" h="8151" fill="none" extrusionOk="0">
                  <a:moveTo>
                    <a:pt x="1" y="6664"/>
                  </a:moveTo>
                  <a:lnTo>
                    <a:pt x="8317" y="1"/>
                  </a:lnTo>
                  <a:lnTo>
                    <a:pt x="17326" y="1449"/>
                  </a:lnTo>
                  <a:lnTo>
                    <a:pt x="9829" y="815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928644" y="3847560"/>
              <a:ext cx="577608" cy="101969"/>
            </a:xfrm>
            <a:custGeom>
              <a:avLst/>
              <a:gdLst/>
              <a:ahLst/>
              <a:cxnLst/>
              <a:rect l="l" t="t" r="r" b="b"/>
              <a:pathLst>
                <a:path w="8933" h="1577" fill="none" extrusionOk="0">
                  <a:moveTo>
                    <a:pt x="1" y="0"/>
                  </a:moveTo>
                  <a:lnTo>
                    <a:pt x="8933" y="1576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2761522" y="4673765"/>
            <a:ext cx="1205629" cy="587146"/>
            <a:chOff x="1698430" y="4498823"/>
            <a:chExt cx="1589281" cy="773986"/>
          </a:xfrm>
        </p:grpSpPr>
        <p:sp>
          <p:nvSpPr>
            <p:cNvPr id="87" name="Google Shape;87;p2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883231" y="5003435"/>
              <a:ext cx="33171" cy="38990"/>
            </a:xfrm>
            <a:custGeom>
              <a:avLst/>
              <a:gdLst/>
              <a:ahLst/>
              <a:cxnLst/>
              <a:rect l="l" t="t" r="r" b="b"/>
              <a:pathLst>
                <a:path w="513" h="603" fill="none" extrusionOk="0">
                  <a:moveTo>
                    <a:pt x="0" y="0"/>
                  </a:moveTo>
                  <a:cubicBezTo>
                    <a:pt x="256" y="180"/>
                    <a:pt x="436" y="398"/>
                    <a:pt x="513" y="603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777122" y="4983520"/>
              <a:ext cx="68863" cy="23278"/>
            </a:xfrm>
            <a:custGeom>
              <a:avLst/>
              <a:gdLst/>
              <a:ahLst/>
              <a:cxnLst/>
              <a:rect l="l" t="t" r="r" b="b"/>
              <a:pathLst>
                <a:path w="1065" h="360" fill="none" extrusionOk="0">
                  <a:moveTo>
                    <a:pt x="1" y="360"/>
                  </a:moveTo>
                  <a:cubicBezTo>
                    <a:pt x="78" y="103"/>
                    <a:pt x="411" y="14"/>
                    <a:pt x="667" y="14"/>
                  </a:cubicBezTo>
                  <a:cubicBezTo>
                    <a:pt x="795" y="1"/>
                    <a:pt x="936" y="26"/>
                    <a:pt x="1065" y="52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628123" y="5102043"/>
              <a:ext cx="40671" cy="41447"/>
            </a:xfrm>
            <a:custGeom>
              <a:avLst/>
              <a:gdLst/>
              <a:ahLst/>
              <a:cxnLst/>
              <a:rect l="l" t="t" r="r" b="b"/>
              <a:pathLst>
                <a:path w="629" h="641" fill="none" extrusionOk="0">
                  <a:moveTo>
                    <a:pt x="0" y="0"/>
                  </a:moveTo>
                  <a:cubicBezTo>
                    <a:pt x="308" y="180"/>
                    <a:pt x="526" y="410"/>
                    <a:pt x="628" y="641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521239" y="5085490"/>
              <a:ext cx="75458" cy="24054"/>
            </a:xfrm>
            <a:custGeom>
              <a:avLst/>
              <a:gdLst/>
              <a:ahLst/>
              <a:cxnLst/>
              <a:rect l="l" t="t" r="r" b="b"/>
              <a:pathLst>
                <a:path w="1167" h="372" fill="none" extrusionOk="0">
                  <a:moveTo>
                    <a:pt x="0" y="372"/>
                  </a:moveTo>
                  <a:cubicBezTo>
                    <a:pt x="77" y="128"/>
                    <a:pt x="423" y="13"/>
                    <a:pt x="731" y="0"/>
                  </a:cubicBezTo>
                  <a:cubicBezTo>
                    <a:pt x="872" y="0"/>
                    <a:pt x="1025" y="26"/>
                    <a:pt x="1166" y="6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2954752" y="-419280"/>
            <a:ext cx="730857" cy="806876"/>
            <a:chOff x="6799261" y="3792016"/>
            <a:chExt cx="836125" cy="923094"/>
          </a:xfrm>
        </p:grpSpPr>
        <p:sp>
          <p:nvSpPr>
            <p:cNvPr id="98" name="Google Shape;98;p2"/>
            <p:cNvSpPr/>
            <p:nvPr/>
          </p:nvSpPr>
          <p:spPr>
            <a:xfrm>
              <a:off x="6799261" y="4450327"/>
              <a:ext cx="253597" cy="227733"/>
            </a:xfrm>
            <a:custGeom>
              <a:avLst/>
              <a:gdLst/>
              <a:ahLst/>
              <a:cxnLst/>
              <a:rect l="l" t="t" r="r" b="b"/>
              <a:pathLst>
                <a:path w="3922" h="3522" extrusionOk="0">
                  <a:moveTo>
                    <a:pt x="2548" y="0"/>
                  </a:moveTo>
                  <a:cubicBezTo>
                    <a:pt x="2122" y="0"/>
                    <a:pt x="1633" y="183"/>
                    <a:pt x="1192" y="545"/>
                  </a:cubicBezTo>
                  <a:cubicBezTo>
                    <a:pt x="346" y="1250"/>
                    <a:pt x="0" y="2352"/>
                    <a:pt x="423" y="3031"/>
                  </a:cubicBezTo>
                  <a:cubicBezTo>
                    <a:pt x="625" y="3358"/>
                    <a:pt x="974" y="3522"/>
                    <a:pt x="1377" y="3522"/>
                  </a:cubicBezTo>
                  <a:cubicBezTo>
                    <a:pt x="1796" y="3522"/>
                    <a:pt x="2273" y="3345"/>
                    <a:pt x="2704" y="2993"/>
                  </a:cubicBezTo>
                  <a:cubicBezTo>
                    <a:pt x="3563" y="2288"/>
                    <a:pt x="3922" y="1173"/>
                    <a:pt x="3499" y="494"/>
                  </a:cubicBezTo>
                  <a:cubicBezTo>
                    <a:pt x="3299" y="164"/>
                    <a:pt x="2952" y="0"/>
                    <a:pt x="254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799261" y="4438300"/>
              <a:ext cx="253597" cy="251139"/>
            </a:xfrm>
            <a:custGeom>
              <a:avLst/>
              <a:gdLst/>
              <a:ahLst/>
              <a:cxnLst/>
              <a:rect l="l" t="t" r="r" b="b"/>
              <a:pathLst>
                <a:path w="3922" h="3884" fill="none" extrusionOk="0">
                  <a:moveTo>
                    <a:pt x="3499" y="680"/>
                  </a:moveTo>
                  <a:cubicBezTo>
                    <a:pt x="3922" y="1359"/>
                    <a:pt x="3563" y="2474"/>
                    <a:pt x="2704" y="3179"/>
                  </a:cubicBezTo>
                  <a:cubicBezTo>
                    <a:pt x="1859" y="3871"/>
                    <a:pt x="833" y="3884"/>
                    <a:pt x="423" y="3217"/>
                  </a:cubicBezTo>
                  <a:cubicBezTo>
                    <a:pt x="0" y="2538"/>
                    <a:pt x="346" y="1436"/>
                    <a:pt x="1192" y="731"/>
                  </a:cubicBezTo>
                  <a:cubicBezTo>
                    <a:pt x="2051" y="27"/>
                    <a:pt x="3089" y="1"/>
                    <a:pt x="3499" y="68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921081" y="4517057"/>
              <a:ext cx="50564" cy="14161"/>
            </a:xfrm>
            <a:custGeom>
              <a:avLst/>
              <a:gdLst/>
              <a:ahLst/>
              <a:cxnLst/>
              <a:rect l="l" t="t" r="r" b="b"/>
              <a:pathLst>
                <a:path w="782" h="219" fill="none" extrusionOk="0">
                  <a:moveTo>
                    <a:pt x="0" y="218"/>
                  </a:moveTo>
                  <a:cubicBezTo>
                    <a:pt x="64" y="180"/>
                    <a:pt x="128" y="141"/>
                    <a:pt x="192" y="116"/>
                  </a:cubicBezTo>
                  <a:cubicBezTo>
                    <a:pt x="487" y="0"/>
                    <a:pt x="718" y="39"/>
                    <a:pt x="782" y="15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874655" y="4557664"/>
              <a:ext cx="17458" cy="44809"/>
            </a:xfrm>
            <a:custGeom>
              <a:avLst/>
              <a:gdLst/>
              <a:ahLst/>
              <a:cxnLst/>
              <a:rect l="l" t="t" r="r" b="b"/>
              <a:pathLst>
                <a:path w="270" h="693" fill="none" extrusionOk="0">
                  <a:moveTo>
                    <a:pt x="77" y="692"/>
                  </a:moveTo>
                  <a:cubicBezTo>
                    <a:pt x="1" y="577"/>
                    <a:pt x="65" y="295"/>
                    <a:pt x="270" y="0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369310" y="4471213"/>
              <a:ext cx="266076" cy="232323"/>
            </a:xfrm>
            <a:custGeom>
              <a:avLst/>
              <a:gdLst/>
              <a:ahLst/>
              <a:cxnLst/>
              <a:rect l="l" t="t" r="r" b="b"/>
              <a:pathLst>
                <a:path w="4115" h="3593" extrusionOk="0">
                  <a:moveTo>
                    <a:pt x="2700" y="1"/>
                  </a:moveTo>
                  <a:cubicBezTo>
                    <a:pt x="2254" y="1"/>
                    <a:pt x="1743" y="187"/>
                    <a:pt x="1282" y="556"/>
                  </a:cubicBezTo>
                  <a:cubicBezTo>
                    <a:pt x="385" y="1273"/>
                    <a:pt x="1" y="2401"/>
                    <a:pt x="424" y="3093"/>
                  </a:cubicBezTo>
                  <a:cubicBezTo>
                    <a:pt x="631" y="3426"/>
                    <a:pt x="993" y="3593"/>
                    <a:pt x="1414" y="3593"/>
                  </a:cubicBezTo>
                  <a:cubicBezTo>
                    <a:pt x="1850" y="3593"/>
                    <a:pt x="2350" y="3413"/>
                    <a:pt x="2807" y="3054"/>
                  </a:cubicBezTo>
                  <a:cubicBezTo>
                    <a:pt x="3717" y="2337"/>
                    <a:pt x="4114" y="1196"/>
                    <a:pt x="3691" y="504"/>
                  </a:cubicBezTo>
                  <a:cubicBezTo>
                    <a:pt x="3486" y="168"/>
                    <a:pt x="3122" y="1"/>
                    <a:pt x="270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369310" y="4459056"/>
              <a:ext cx="266076" cy="256054"/>
            </a:xfrm>
            <a:custGeom>
              <a:avLst/>
              <a:gdLst/>
              <a:ahLst/>
              <a:cxnLst/>
              <a:rect l="l" t="t" r="r" b="b"/>
              <a:pathLst>
                <a:path w="4115" h="3960" fill="none" extrusionOk="0">
                  <a:moveTo>
                    <a:pt x="3691" y="692"/>
                  </a:moveTo>
                  <a:cubicBezTo>
                    <a:pt x="4114" y="1384"/>
                    <a:pt x="3717" y="2525"/>
                    <a:pt x="2807" y="3242"/>
                  </a:cubicBezTo>
                  <a:cubicBezTo>
                    <a:pt x="1910" y="3947"/>
                    <a:pt x="847" y="3960"/>
                    <a:pt x="424" y="3281"/>
                  </a:cubicBezTo>
                  <a:cubicBezTo>
                    <a:pt x="1" y="2589"/>
                    <a:pt x="385" y="1461"/>
                    <a:pt x="1282" y="744"/>
                  </a:cubicBezTo>
                  <a:cubicBezTo>
                    <a:pt x="2179" y="26"/>
                    <a:pt x="3269" y="0"/>
                    <a:pt x="3691" y="692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7496110" y="4539430"/>
              <a:ext cx="54767" cy="14936"/>
            </a:xfrm>
            <a:custGeom>
              <a:avLst/>
              <a:gdLst/>
              <a:ahLst/>
              <a:cxnLst/>
              <a:rect l="l" t="t" r="r" b="b"/>
              <a:pathLst>
                <a:path w="847" h="231" fill="none" extrusionOk="0">
                  <a:moveTo>
                    <a:pt x="0" y="231"/>
                  </a:moveTo>
                  <a:cubicBezTo>
                    <a:pt x="77" y="193"/>
                    <a:pt x="154" y="154"/>
                    <a:pt x="231" y="116"/>
                  </a:cubicBezTo>
                  <a:cubicBezTo>
                    <a:pt x="539" y="0"/>
                    <a:pt x="769" y="39"/>
                    <a:pt x="846" y="15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7448067" y="4580037"/>
              <a:ext cx="19075" cy="46426"/>
            </a:xfrm>
            <a:custGeom>
              <a:avLst/>
              <a:gdLst/>
              <a:ahLst/>
              <a:cxnLst/>
              <a:rect l="l" t="t" r="r" b="b"/>
              <a:pathLst>
                <a:path w="295" h="718" fill="none" extrusionOk="0">
                  <a:moveTo>
                    <a:pt x="77" y="718"/>
                  </a:moveTo>
                  <a:cubicBezTo>
                    <a:pt x="0" y="603"/>
                    <a:pt x="64" y="295"/>
                    <a:pt x="295" y="0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865538" y="3792016"/>
              <a:ext cx="750767" cy="732533"/>
            </a:xfrm>
            <a:custGeom>
              <a:avLst/>
              <a:gdLst/>
              <a:ahLst/>
              <a:cxnLst/>
              <a:rect l="l" t="t" r="r" b="b"/>
              <a:pathLst>
                <a:path w="11611" h="11329" fill="none" extrusionOk="0">
                  <a:moveTo>
                    <a:pt x="2615" y="11008"/>
                  </a:moveTo>
                  <a:lnTo>
                    <a:pt x="1" y="1"/>
                  </a:lnTo>
                  <a:lnTo>
                    <a:pt x="8638" y="398"/>
                  </a:lnTo>
                  <a:lnTo>
                    <a:pt x="11611" y="11329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901166" y="3942029"/>
              <a:ext cx="567650" cy="40671"/>
            </a:xfrm>
            <a:custGeom>
              <a:avLst/>
              <a:gdLst/>
              <a:ahLst/>
              <a:cxnLst/>
              <a:rect l="l" t="t" r="r" b="b"/>
              <a:pathLst>
                <a:path w="8779" h="629" fill="none" extrusionOk="0">
                  <a:moveTo>
                    <a:pt x="1" y="0"/>
                  </a:moveTo>
                  <a:lnTo>
                    <a:pt x="8779" y="62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4143427" y="4177040"/>
            <a:ext cx="467704" cy="604070"/>
            <a:chOff x="3429335" y="3683515"/>
            <a:chExt cx="616535" cy="796296"/>
          </a:xfrm>
        </p:grpSpPr>
        <p:sp>
          <p:nvSpPr>
            <p:cNvPr id="109" name="Google Shape;109;p2"/>
            <p:cNvSpPr/>
            <p:nvPr/>
          </p:nvSpPr>
          <p:spPr>
            <a:xfrm>
              <a:off x="3429335" y="4045163"/>
              <a:ext cx="174129" cy="133458"/>
            </a:xfrm>
            <a:custGeom>
              <a:avLst/>
              <a:gdLst/>
              <a:ahLst/>
              <a:cxnLst/>
              <a:rect l="l" t="t" r="r" b="b"/>
              <a:pathLst>
                <a:path w="2693" h="2064" extrusionOk="0">
                  <a:moveTo>
                    <a:pt x="1289" y="0"/>
                  </a:moveTo>
                  <a:cubicBezTo>
                    <a:pt x="635" y="0"/>
                    <a:pt x="88" y="392"/>
                    <a:pt x="52" y="917"/>
                  </a:cubicBezTo>
                  <a:cubicBezTo>
                    <a:pt x="1" y="1481"/>
                    <a:pt x="539" y="1993"/>
                    <a:pt x="1257" y="2057"/>
                  </a:cubicBezTo>
                  <a:cubicBezTo>
                    <a:pt x="1306" y="2062"/>
                    <a:pt x="1356" y="2064"/>
                    <a:pt x="1404" y="2064"/>
                  </a:cubicBezTo>
                  <a:cubicBezTo>
                    <a:pt x="2057" y="2064"/>
                    <a:pt x="2593" y="1672"/>
                    <a:pt x="2641" y="1147"/>
                  </a:cubicBezTo>
                  <a:cubicBezTo>
                    <a:pt x="2692" y="571"/>
                    <a:pt x="2154" y="58"/>
                    <a:pt x="1436" y="7"/>
                  </a:cubicBezTo>
                  <a:cubicBezTo>
                    <a:pt x="1387" y="3"/>
                    <a:pt x="1337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429335" y="4041413"/>
              <a:ext cx="174129" cy="140959"/>
            </a:xfrm>
            <a:custGeom>
              <a:avLst/>
              <a:gdLst/>
              <a:ahLst/>
              <a:cxnLst/>
              <a:rect l="l" t="t" r="r" b="b"/>
              <a:pathLst>
                <a:path w="2693" h="2180" fill="none" extrusionOk="0">
                  <a:moveTo>
                    <a:pt x="2641" y="1205"/>
                  </a:moveTo>
                  <a:cubicBezTo>
                    <a:pt x="2590" y="1769"/>
                    <a:pt x="1974" y="2179"/>
                    <a:pt x="1257" y="2115"/>
                  </a:cubicBezTo>
                  <a:cubicBezTo>
                    <a:pt x="539" y="2051"/>
                    <a:pt x="1" y="1539"/>
                    <a:pt x="52" y="975"/>
                  </a:cubicBezTo>
                  <a:cubicBezTo>
                    <a:pt x="91" y="411"/>
                    <a:pt x="719" y="1"/>
                    <a:pt x="1436" y="65"/>
                  </a:cubicBezTo>
                  <a:cubicBezTo>
                    <a:pt x="2154" y="116"/>
                    <a:pt x="2692" y="629"/>
                    <a:pt x="2641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711902" y="4342602"/>
              <a:ext cx="174065" cy="134169"/>
            </a:xfrm>
            <a:custGeom>
              <a:avLst/>
              <a:gdLst/>
              <a:ahLst/>
              <a:cxnLst/>
              <a:rect l="l" t="t" r="r" b="b"/>
              <a:pathLst>
                <a:path w="2692" h="2075" extrusionOk="0">
                  <a:moveTo>
                    <a:pt x="1289" y="1"/>
                  </a:moveTo>
                  <a:cubicBezTo>
                    <a:pt x="636" y="1"/>
                    <a:pt x="100" y="393"/>
                    <a:pt x="52" y="930"/>
                  </a:cubicBezTo>
                  <a:cubicBezTo>
                    <a:pt x="1" y="1494"/>
                    <a:pt x="539" y="2006"/>
                    <a:pt x="1257" y="2070"/>
                  </a:cubicBezTo>
                  <a:cubicBezTo>
                    <a:pt x="1298" y="2073"/>
                    <a:pt x="1340" y="2075"/>
                    <a:pt x="1381" y="2075"/>
                  </a:cubicBezTo>
                  <a:cubicBezTo>
                    <a:pt x="2045" y="2075"/>
                    <a:pt x="2605" y="1691"/>
                    <a:pt x="2653" y="1148"/>
                  </a:cubicBezTo>
                  <a:cubicBezTo>
                    <a:pt x="2692" y="584"/>
                    <a:pt x="2154" y="71"/>
                    <a:pt x="1436" y="7"/>
                  </a:cubicBezTo>
                  <a:cubicBezTo>
                    <a:pt x="1386" y="3"/>
                    <a:pt x="1337" y="1"/>
                    <a:pt x="128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711902" y="4338917"/>
              <a:ext cx="174065" cy="140894"/>
            </a:xfrm>
            <a:custGeom>
              <a:avLst/>
              <a:gdLst/>
              <a:ahLst/>
              <a:cxnLst/>
              <a:rect l="l" t="t" r="r" b="b"/>
              <a:pathLst>
                <a:path w="2692" h="2179" fill="none" extrusionOk="0">
                  <a:moveTo>
                    <a:pt x="2653" y="1205"/>
                  </a:moveTo>
                  <a:cubicBezTo>
                    <a:pt x="2602" y="1781"/>
                    <a:pt x="1974" y="2179"/>
                    <a:pt x="1257" y="2127"/>
                  </a:cubicBezTo>
                  <a:cubicBezTo>
                    <a:pt x="539" y="2063"/>
                    <a:pt x="1" y="1551"/>
                    <a:pt x="52" y="987"/>
                  </a:cubicBezTo>
                  <a:cubicBezTo>
                    <a:pt x="103" y="410"/>
                    <a:pt x="718" y="0"/>
                    <a:pt x="1436" y="64"/>
                  </a:cubicBezTo>
                  <a:cubicBezTo>
                    <a:pt x="2154" y="128"/>
                    <a:pt x="2692" y="641"/>
                    <a:pt x="2653" y="1205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595901" y="3683515"/>
              <a:ext cx="449969" cy="749086"/>
            </a:xfrm>
            <a:custGeom>
              <a:avLst/>
              <a:gdLst/>
              <a:ahLst/>
              <a:cxnLst/>
              <a:rect l="l" t="t" r="r" b="b"/>
              <a:pathLst>
                <a:path w="6959" h="11585" fill="none" extrusionOk="0">
                  <a:moveTo>
                    <a:pt x="1" y="6984"/>
                  </a:moveTo>
                  <a:lnTo>
                    <a:pt x="2897" y="0"/>
                  </a:lnTo>
                  <a:lnTo>
                    <a:pt x="6959" y="4536"/>
                  </a:lnTo>
                  <a:lnTo>
                    <a:pt x="4383" y="11584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744233" y="3777920"/>
              <a:ext cx="262714" cy="303320"/>
            </a:xfrm>
            <a:custGeom>
              <a:avLst/>
              <a:gdLst/>
              <a:ahLst/>
              <a:cxnLst/>
              <a:rect l="l" t="t" r="r" b="b"/>
              <a:pathLst>
                <a:path w="4063" h="4691" fill="none" extrusionOk="0">
                  <a:moveTo>
                    <a:pt x="0" y="1"/>
                  </a:moveTo>
                  <a:lnTo>
                    <a:pt x="4063" y="4691"/>
                  </a:lnTo>
                </a:path>
              </a:pathLst>
            </a:custGeom>
            <a:solidFill>
              <a:schemeClr val="dk2"/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9584669" y="4317891"/>
            <a:ext cx="63707" cy="207566"/>
          </a:xfrm>
          <a:custGeom>
            <a:avLst/>
            <a:gdLst/>
            <a:ahLst/>
            <a:cxnLst/>
            <a:rect l="l" t="t" r="r" b="b"/>
            <a:pathLst>
              <a:path w="577" h="1880" extrusionOk="0">
                <a:moveTo>
                  <a:pt x="577" y="1880"/>
                </a:moveTo>
                <a:cubicBezTo>
                  <a:pt x="577" y="1880"/>
                  <a:pt x="577" y="1880"/>
                  <a:pt x="577" y="1880"/>
                </a:cubicBezTo>
                <a:cubicBezTo>
                  <a:pt x="577" y="1880"/>
                  <a:pt x="577" y="1880"/>
                  <a:pt x="577" y="1880"/>
                </a:cubicBezTo>
                <a:close/>
                <a:moveTo>
                  <a:pt x="577" y="1880"/>
                </a:moveTo>
                <a:lnTo>
                  <a:pt x="577" y="1880"/>
                </a:lnTo>
                <a:lnTo>
                  <a:pt x="577" y="1880"/>
                </a:lnTo>
                <a:close/>
                <a:moveTo>
                  <a:pt x="552" y="1880"/>
                </a:moveTo>
                <a:lnTo>
                  <a:pt x="552" y="1880"/>
                </a:lnTo>
                <a:lnTo>
                  <a:pt x="552" y="1880"/>
                </a:lnTo>
                <a:close/>
                <a:moveTo>
                  <a:pt x="552" y="1855"/>
                </a:moveTo>
                <a:lnTo>
                  <a:pt x="552" y="1855"/>
                </a:lnTo>
                <a:lnTo>
                  <a:pt x="552" y="1855"/>
                </a:lnTo>
                <a:close/>
                <a:moveTo>
                  <a:pt x="552" y="1855"/>
                </a:moveTo>
                <a:lnTo>
                  <a:pt x="552" y="1855"/>
                </a:lnTo>
                <a:lnTo>
                  <a:pt x="552" y="1855"/>
                </a:lnTo>
                <a:close/>
                <a:moveTo>
                  <a:pt x="552" y="1855"/>
                </a:moveTo>
                <a:cubicBezTo>
                  <a:pt x="552" y="1855"/>
                  <a:pt x="552" y="1855"/>
                  <a:pt x="552" y="1855"/>
                </a:cubicBezTo>
                <a:cubicBezTo>
                  <a:pt x="552" y="1855"/>
                  <a:pt x="552" y="1855"/>
                  <a:pt x="552" y="1855"/>
                </a:cubicBezTo>
                <a:close/>
                <a:moveTo>
                  <a:pt x="527" y="1855"/>
                </a:moveTo>
                <a:lnTo>
                  <a:pt x="527" y="1855"/>
                </a:lnTo>
                <a:lnTo>
                  <a:pt x="527" y="1855"/>
                </a:lnTo>
                <a:close/>
                <a:moveTo>
                  <a:pt x="527" y="1830"/>
                </a:moveTo>
                <a:lnTo>
                  <a:pt x="527" y="1830"/>
                </a:lnTo>
                <a:cubicBezTo>
                  <a:pt x="527" y="1830"/>
                  <a:pt x="527" y="1830"/>
                  <a:pt x="527" y="1830"/>
                </a:cubicBezTo>
                <a:close/>
                <a:moveTo>
                  <a:pt x="527" y="1830"/>
                </a:moveTo>
                <a:lnTo>
                  <a:pt x="527" y="1830"/>
                </a:lnTo>
                <a:lnTo>
                  <a:pt x="527" y="1830"/>
                </a:lnTo>
                <a:close/>
                <a:moveTo>
                  <a:pt x="527" y="1830"/>
                </a:moveTo>
                <a:cubicBezTo>
                  <a:pt x="527" y="1830"/>
                  <a:pt x="527" y="1830"/>
                  <a:pt x="527" y="1830"/>
                </a:cubicBezTo>
                <a:cubicBezTo>
                  <a:pt x="527" y="1830"/>
                  <a:pt x="527" y="1830"/>
                  <a:pt x="527" y="1830"/>
                </a:cubicBezTo>
                <a:close/>
                <a:moveTo>
                  <a:pt x="527" y="1830"/>
                </a:moveTo>
                <a:cubicBezTo>
                  <a:pt x="527" y="1830"/>
                  <a:pt x="527" y="1830"/>
                  <a:pt x="527" y="1830"/>
                </a:cubicBezTo>
                <a:cubicBezTo>
                  <a:pt x="527" y="1830"/>
                  <a:pt x="527" y="1830"/>
                  <a:pt x="527" y="1830"/>
                </a:cubicBezTo>
                <a:close/>
                <a:moveTo>
                  <a:pt x="501" y="1830"/>
                </a:moveTo>
                <a:lnTo>
                  <a:pt x="501" y="1805"/>
                </a:lnTo>
                <a:lnTo>
                  <a:pt x="501" y="1830"/>
                </a:lnTo>
                <a:close/>
                <a:moveTo>
                  <a:pt x="501" y="1805"/>
                </a:moveTo>
                <a:cubicBezTo>
                  <a:pt x="501" y="1805"/>
                  <a:pt x="501" y="1805"/>
                  <a:pt x="501" y="1805"/>
                </a:cubicBezTo>
                <a:cubicBezTo>
                  <a:pt x="501" y="1805"/>
                  <a:pt x="501" y="1805"/>
                  <a:pt x="501" y="1805"/>
                </a:cubicBezTo>
                <a:close/>
                <a:moveTo>
                  <a:pt x="501" y="1805"/>
                </a:moveTo>
                <a:lnTo>
                  <a:pt x="501" y="1805"/>
                </a:lnTo>
                <a:lnTo>
                  <a:pt x="501" y="1805"/>
                </a:lnTo>
                <a:close/>
                <a:moveTo>
                  <a:pt x="501" y="1805"/>
                </a:moveTo>
                <a:lnTo>
                  <a:pt x="501" y="1805"/>
                </a:lnTo>
                <a:lnTo>
                  <a:pt x="501" y="1805"/>
                </a:lnTo>
                <a:close/>
                <a:moveTo>
                  <a:pt x="476" y="1805"/>
                </a:moveTo>
                <a:lnTo>
                  <a:pt x="476" y="1805"/>
                </a:lnTo>
                <a:lnTo>
                  <a:pt x="476" y="1805"/>
                </a:lnTo>
                <a:close/>
                <a:moveTo>
                  <a:pt x="476" y="1780"/>
                </a:moveTo>
                <a:lnTo>
                  <a:pt x="476" y="1780"/>
                </a:lnTo>
                <a:lnTo>
                  <a:pt x="476" y="1780"/>
                </a:ln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cubicBezTo>
                  <a:pt x="476" y="1780"/>
                  <a:pt x="476" y="1780"/>
                  <a:pt x="476" y="1780"/>
                </a:cubicBez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cubicBezTo>
                  <a:pt x="476" y="1780"/>
                  <a:pt x="476" y="1780"/>
                  <a:pt x="476" y="1780"/>
                </a:cubicBezTo>
                <a:close/>
                <a:moveTo>
                  <a:pt x="476" y="1780"/>
                </a:moveTo>
                <a:cubicBezTo>
                  <a:pt x="476" y="1780"/>
                  <a:pt x="476" y="1780"/>
                  <a:pt x="476" y="1780"/>
                </a:cubicBezTo>
                <a:lnTo>
                  <a:pt x="476" y="1780"/>
                </a:lnTo>
                <a:close/>
                <a:moveTo>
                  <a:pt x="451" y="1780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80"/>
                </a:cubicBezTo>
                <a:close/>
                <a:moveTo>
                  <a:pt x="451" y="1754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cubicBezTo>
                  <a:pt x="451" y="1754"/>
                  <a:pt x="451" y="1754"/>
                  <a:pt x="451" y="1754"/>
                </a:cubicBez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lnTo>
                  <a:pt x="451" y="1754"/>
                </a:lnTo>
                <a:cubicBezTo>
                  <a:pt x="451" y="1754"/>
                  <a:pt x="451" y="1754"/>
                  <a:pt x="451" y="1754"/>
                </a:cubicBezTo>
                <a:close/>
                <a:moveTo>
                  <a:pt x="451" y="1754"/>
                </a:moveTo>
                <a:cubicBezTo>
                  <a:pt x="451" y="1754"/>
                  <a:pt x="426" y="1754"/>
                  <a:pt x="426" y="1754"/>
                </a:cubicBezTo>
                <a:cubicBezTo>
                  <a:pt x="426" y="1754"/>
                  <a:pt x="451" y="1754"/>
                  <a:pt x="451" y="1754"/>
                </a:cubicBezTo>
                <a:close/>
                <a:moveTo>
                  <a:pt x="426" y="1729"/>
                </a:moveTo>
                <a:lnTo>
                  <a:pt x="426" y="1729"/>
                </a:lnTo>
                <a:cubicBezTo>
                  <a:pt x="426" y="1729"/>
                  <a:pt x="426" y="1729"/>
                  <a:pt x="426" y="1729"/>
                </a:cubicBezTo>
                <a:close/>
                <a:moveTo>
                  <a:pt x="426" y="1729"/>
                </a:moveTo>
                <a:lnTo>
                  <a:pt x="426" y="1729"/>
                </a:lnTo>
                <a:lnTo>
                  <a:pt x="426" y="1729"/>
                </a:lnTo>
                <a:close/>
                <a:moveTo>
                  <a:pt x="426" y="1729"/>
                </a:moveTo>
                <a:cubicBezTo>
                  <a:pt x="426" y="1729"/>
                  <a:pt x="426" y="1729"/>
                  <a:pt x="426" y="1729"/>
                </a:cubicBezTo>
                <a:cubicBezTo>
                  <a:pt x="426" y="1729"/>
                  <a:pt x="426" y="1729"/>
                  <a:pt x="426" y="1729"/>
                </a:cubicBezTo>
                <a:close/>
                <a:moveTo>
                  <a:pt x="426" y="1729"/>
                </a:moveTo>
                <a:cubicBezTo>
                  <a:pt x="426" y="1729"/>
                  <a:pt x="426" y="1729"/>
                  <a:pt x="426" y="1729"/>
                </a:cubicBezTo>
                <a:cubicBezTo>
                  <a:pt x="426" y="1729"/>
                  <a:pt x="426" y="1729"/>
                  <a:pt x="426" y="1729"/>
                </a:cubicBezTo>
                <a:close/>
                <a:moveTo>
                  <a:pt x="401" y="1704"/>
                </a:moveTo>
                <a:lnTo>
                  <a:pt x="401" y="1704"/>
                </a:lnTo>
                <a:lnTo>
                  <a:pt x="401" y="1704"/>
                </a:ln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401" y="1704"/>
                </a:moveTo>
                <a:cubicBezTo>
                  <a:pt x="401" y="1704"/>
                  <a:pt x="401" y="1704"/>
                  <a:pt x="401" y="1704"/>
                </a:cubicBezTo>
                <a:cubicBezTo>
                  <a:pt x="401" y="1704"/>
                  <a:pt x="401" y="1704"/>
                  <a:pt x="401" y="1704"/>
                </a:cubicBezTo>
                <a:close/>
                <a:moveTo>
                  <a:pt x="376" y="1679"/>
                </a:moveTo>
                <a:lnTo>
                  <a:pt x="376" y="1679"/>
                </a:lnTo>
                <a:lnTo>
                  <a:pt x="376" y="1679"/>
                </a:lnTo>
                <a:close/>
                <a:moveTo>
                  <a:pt x="376" y="1679"/>
                </a:moveTo>
                <a:cubicBezTo>
                  <a:pt x="376" y="1679"/>
                  <a:pt x="376" y="1679"/>
                  <a:pt x="376" y="1679"/>
                </a:cubicBezTo>
                <a:cubicBezTo>
                  <a:pt x="376" y="1679"/>
                  <a:pt x="376" y="1679"/>
                  <a:pt x="376" y="1679"/>
                </a:cubicBezTo>
                <a:close/>
                <a:moveTo>
                  <a:pt x="0" y="201"/>
                </a:moveTo>
                <a:cubicBezTo>
                  <a:pt x="0" y="201"/>
                  <a:pt x="0" y="201"/>
                  <a:pt x="0" y="201"/>
                </a:cubicBezTo>
                <a:cubicBezTo>
                  <a:pt x="0" y="201"/>
                  <a:pt x="0" y="201"/>
                  <a:pt x="0" y="201"/>
                </a:cubicBezTo>
                <a:close/>
                <a:moveTo>
                  <a:pt x="0" y="201"/>
                </a:moveTo>
                <a:lnTo>
                  <a:pt x="0" y="201"/>
                </a:lnTo>
                <a:lnTo>
                  <a:pt x="0" y="201"/>
                </a:lnTo>
                <a:close/>
                <a:moveTo>
                  <a:pt x="0" y="201"/>
                </a:moveTo>
                <a:lnTo>
                  <a:pt x="0" y="201"/>
                </a:lnTo>
                <a:lnTo>
                  <a:pt x="0" y="201"/>
                </a:lnTo>
                <a:close/>
                <a:moveTo>
                  <a:pt x="0" y="176"/>
                </a:moveTo>
                <a:cubicBezTo>
                  <a:pt x="0" y="176"/>
                  <a:pt x="25" y="176"/>
                  <a:pt x="25" y="176"/>
                </a:cubicBezTo>
                <a:cubicBezTo>
                  <a:pt x="25" y="176"/>
                  <a:pt x="0" y="176"/>
                  <a:pt x="0" y="176"/>
                </a:cubicBezTo>
                <a:close/>
                <a:moveTo>
                  <a:pt x="25" y="176"/>
                </a:moveTo>
                <a:cubicBezTo>
                  <a:pt x="25" y="176"/>
                  <a:pt x="25" y="176"/>
                  <a:pt x="25" y="176"/>
                </a:cubicBezTo>
                <a:cubicBezTo>
                  <a:pt x="25" y="176"/>
                  <a:pt x="25" y="176"/>
                  <a:pt x="25" y="176"/>
                </a:cubicBezTo>
                <a:close/>
                <a:moveTo>
                  <a:pt x="25" y="176"/>
                </a:moveTo>
                <a:cubicBezTo>
                  <a:pt x="25" y="176"/>
                  <a:pt x="25" y="176"/>
                  <a:pt x="25" y="176"/>
                </a:cubicBezTo>
                <a:cubicBezTo>
                  <a:pt x="25" y="176"/>
                  <a:pt x="25" y="176"/>
                  <a:pt x="25" y="176"/>
                </a:cubicBezTo>
                <a:close/>
                <a:moveTo>
                  <a:pt x="25" y="176"/>
                </a:moveTo>
                <a:cubicBezTo>
                  <a:pt x="75" y="125"/>
                  <a:pt x="100" y="50"/>
                  <a:pt x="151" y="25"/>
                </a:cubicBezTo>
                <a:cubicBezTo>
                  <a:pt x="100" y="50"/>
                  <a:pt x="75" y="125"/>
                  <a:pt x="25" y="176"/>
                </a:cubicBezTo>
                <a:close/>
                <a:moveTo>
                  <a:pt x="151" y="25"/>
                </a:moveTo>
                <a:cubicBezTo>
                  <a:pt x="151" y="25"/>
                  <a:pt x="151" y="25"/>
                  <a:pt x="151" y="25"/>
                </a:cubicBezTo>
                <a:cubicBezTo>
                  <a:pt x="151" y="25"/>
                  <a:pt x="151" y="25"/>
                  <a:pt x="151" y="25"/>
                </a:cubicBezTo>
                <a:close/>
                <a:moveTo>
                  <a:pt x="151" y="25"/>
                </a:moveTo>
                <a:cubicBezTo>
                  <a:pt x="151" y="0"/>
                  <a:pt x="151" y="0"/>
                  <a:pt x="176" y="0"/>
                </a:cubicBezTo>
                <a:cubicBezTo>
                  <a:pt x="151" y="0"/>
                  <a:pt x="151" y="0"/>
                  <a:pt x="151" y="25"/>
                </a:cubicBezTo>
                <a:close/>
                <a:moveTo>
                  <a:pt x="176" y="0"/>
                </a:moveTo>
                <a:lnTo>
                  <a:pt x="176" y="0"/>
                </a:lnTo>
                <a:lnTo>
                  <a:pt x="176" y="0"/>
                </a:lnTo>
                <a:close/>
                <a:moveTo>
                  <a:pt x="176" y="0"/>
                </a:move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lose/>
                <a:moveTo>
                  <a:pt x="176" y="0"/>
                </a:move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lose/>
                <a:moveTo>
                  <a:pt x="176" y="0"/>
                </a:moveTo>
                <a:lnTo>
                  <a:pt x="176" y="0"/>
                </a:lnTo>
                <a:lnTo>
                  <a:pt x="176" y="0"/>
                </a:lnTo>
                <a:close/>
              </a:path>
            </a:pathLst>
          </a:custGeom>
          <a:solidFill>
            <a:srgbClr val="FABD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 rot="-3469350">
            <a:off x="6982332" y="4281099"/>
            <a:ext cx="734271" cy="494747"/>
            <a:chOff x="897994" y="4240309"/>
            <a:chExt cx="967900" cy="652165"/>
          </a:xfrm>
        </p:grpSpPr>
        <p:sp>
          <p:nvSpPr>
            <p:cNvPr id="117" name="Google Shape;117;p2"/>
            <p:cNvSpPr/>
            <p:nvPr/>
          </p:nvSpPr>
          <p:spPr>
            <a:xfrm>
              <a:off x="897994" y="4634158"/>
              <a:ext cx="370437" cy="243057"/>
            </a:xfrm>
            <a:custGeom>
              <a:avLst/>
              <a:gdLst/>
              <a:ahLst/>
              <a:cxnLst/>
              <a:rect l="l" t="t" r="r" b="b"/>
              <a:pathLst>
                <a:path w="5729" h="3759" extrusionOk="0">
                  <a:moveTo>
                    <a:pt x="2551" y="1"/>
                  </a:moveTo>
                  <a:cubicBezTo>
                    <a:pt x="1500" y="1"/>
                    <a:pt x="589" y="473"/>
                    <a:pt x="334" y="1239"/>
                  </a:cubicBezTo>
                  <a:cubicBezTo>
                    <a:pt x="1" y="2213"/>
                    <a:pt x="847" y="3277"/>
                    <a:pt x="2205" y="3635"/>
                  </a:cubicBezTo>
                  <a:cubicBezTo>
                    <a:pt x="2518" y="3719"/>
                    <a:pt x="2834" y="3759"/>
                    <a:pt x="3139" y="3759"/>
                  </a:cubicBezTo>
                  <a:cubicBezTo>
                    <a:pt x="4142" y="3759"/>
                    <a:pt x="5027" y="3328"/>
                    <a:pt x="5332" y="2610"/>
                  </a:cubicBezTo>
                  <a:cubicBezTo>
                    <a:pt x="5729" y="1649"/>
                    <a:pt x="4947" y="522"/>
                    <a:pt x="3538" y="137"/>
                  </a:cubicBezTo>
                  <a:cubicBezTo>
                    <a:pt x="3205" y="44"/>
                    <a:pt x="2872" y="1"/>
                    <a:pt x="255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97994" y="4617281"/>
              <a:ext cx="370437" cy="275193"/>
            </a:xfrm>
            <a:custGeom>
              <a:avLst/>
              <a:gdLst/>
              <a:ahLst/>
              <a:cxnLst/>
              <a:rect l="l" t="t" r="r" b="b"/>
              <a:pathLst>
                <a:path w="5729" h="4256" fill="none" extrusionOk="0">
                  <a:moveTo>
                    <a:pt x="5332" y="2871"/>
                  </a:moveTo>
                  <a:cubicBezTo>
                    <a:pt x="4934" y="3807"/>
                    <a:pt x="3550" y="4255"/>
                    <a:pt x="2205" y="3896"/>
                  </a:cubicBezTo>
                  <a:cubicBezTo>
                    <a:pt x="847" y="3538"/>
                    <a:pt x="1" y="2474"/>
                    <a:pt x="334" y="1500"/>
                  </a:cubicBezTo>
                  <a:cubicBezTo>
                    <a:pt x="667" y="501"/>
                    <a:pt x="2115" y="1"/>
                    <a:pt x="3538" y="398"/>
                  </a:cubicBezTo>
                  <a:cubicBezTo>
                    <a:pt x="4947" y="783"/>
                    <a:pt x="5729" y="1910"/>
                    <a:pt x="5332" y="287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109306" y="4705155"/>
              <a:ext cx="71320" cy="49788"/>
            </a:xfrm>
            <a:custGeom>
              <a:avLst/>
              <a:gdLst/>
              <a:ahLst/>
              <a:cxnLst/>
              <a:rect l="l" t="t" r="r" b="b"/>
              <a:pathLst>
                <a:path w="1103" h="770" fill="none" extrusionOk="0">
                  <a:moveTo>
                    <a:pt x="0" y="0"/>
                  </a:moveTo>
                  <a:cubicBezTo>
                    <a:pt x="628" y="180"/>
                    <a:pt x="987" y="513"/>
                    <a:pt x="1103" y="769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94145" y="4698495"/>
              <a:ext cx="65501" cy="19980"/>
            </a:xfrm>
            <a:custGeom>
              <a:avLst/>
              <a:gdLst/>
              <a:ahLst/>
              <a:cxnLst/>
              <a:rect l="l" t="t" r="r" b="b"/>
              <a:pathLst>
                <a:path w="1013" h="309" fill="none" extrusionOk="0">
                  <a:moveTo>
                    <a:pt x="0" y="308"/>
                  </a:moveTo>
                  <a:cubicBezTo>
                    <a:pt x="218" y="142"/>
                    <a:pt x="564" y="14"/>
                    <a:pt x="1013" y="1"/>
                  </a:cubicBez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28605" y="4240309"/>
              <a:ext cx="637289" cy="585044"/>
            </a:xfrm>
            <a:custGeom>
              <a:avLst/>
              <a:gdLst/>
              <a:ahLst/>
              <a:cxnLst/>
              <a:rect l="l" t="t" r="r" b="b"/>
              <a:pathLst>
                <a:path w="9856" h="9048" fill="none" extrusionOk="0">
                  <a:moveTo>
                    <a:pt x="1" y="9047"/>
                  </a:moveTo>
                  <a:lnTo>
                    <a:pt x="9855" y="0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8440002" y="4651461"/>
            <a:ext cx="1205629" cy="587146"/>
            <a:chOff x="1698430" y="4498823"/>
            <a:chExt cx="1589281" cy="773986"/>
          </a:xfrm>
        </p:grpSpPr>
        <p:sp>
          <p:nvSpPr>
            <p:cNvPr id="123" name="Google Shape;123;p2"/>
            <p:cNvSpPr/>
            <p:nvPr/>
          </p:nvSpPr>
          <p:spPr>
            <a:xfrm>
              <a:off x="1698430" y="4919182"/>
              <a:ext cx="299182" cy="231677"/>
            </a:xfrm>
            <a:custGeom>
              <a:avLst/>
              <a:gdLst/>
              <a:ahLst/>
              <a:cxnLst/>
              <a:rect l="l" t="t" r="r" b="b"/>
              <a:pathLst>
                <a:path w="4627" h="3583" extrusionOk="0">
                  <a:moveTo>
                    <a:pt x="1912" y="1"/>
                  </a:moveTo>
                  <a:cubicBezTo>
                    <a:pt x="1110" y="1"/>
                    <a:pt x="438" y="408"/>
                    <a:pt x="257" y="1086"/>
                  </a:cubicBezTo>
                  <a:cubicBezTo>
                    <a:pt x="1" y="1995"/>
                    <a:pt x="718" y="3046"/>
                    <a:pt x="1846" y="3431"/>
                  </a:cubicBezTo>
                  <a:cubicBezTo>
                    <a:pt x="2141" y="3533"/>
                    <a:pt x="2435" y="3582"/>
                    <a:pt x="2714" y="3582"/>
                  </a:cubicBezTo>
                  <a:cubicBezTo>
                    <a:pt x="3512" y="3582"/>
                    <a:pt x="4180" y="3182"/>
                    <a:pt x="4370" y="2508"/>
                  </a:cubicBezTo>
                  <a:cubicBezTo>
                    <a:pt x="4627" y="1598"/>
                    <a:pt x="3909" y="535"/>
                    <a:pt x="2768" y="150"/>
                  </a:cubicBezTo>
                  <a:cubicBezTo>
                    <a:pt x="2477" y="49"/>
                    <a:pt x="2187" y="1"/>
                    <a:pt x="191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698430" y="4903146"/>
              <a:ext cx="299182" cy="263554"/>
            </a:xfrm>
            <a:custGeom>
              <a:avLst/>
              <a:gdLst/>
              <a:ahLst/>
              <a:cxnLst/>
              <a:rect l="l" t="t" r="r" b="b"/>
              <a:pathLst>
                <a:path w="4627" h="4076" fill="none" extrusionOk="0">
                  <a:moveTo>
                    <a:pt x="4370" y="2756"/>
                  </a:moveTo>
                  <a:cubicBezTo>
                    <a:pt x="4114" y="3666"/>
                    <a:pt x="2986" y="4076"/>
                    <a:pt x="1846" y="3679"/>
                  </a:cubicBezTo>
                  <a:cubicBezTo>
                    <a:pt x="718" y="3294"/>
                    <a:pt x="1" y="2243"/>
                    <a:pt x="257" y="1334"/>
                  </a:cubicBezTo>
                  <a:cubicBezTo>
                    <a:pt x="500" y="424"/>
                    <a:pt x="1628" y="1"/>
                    <a:pt x="2768" y="398"/>
                  </a:cubicBezTo>
                  <a:cubicBezTo>
                    <a:pt x="3909" y="783"/>
                    <a:pt x="4627" y="1846"/>
                    <a:pt x="4370" y="275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883231" y="5003435"/>
              <a:ext cx="33171" cy="38990"/>
            </a:xfrm>
            <a:custGeom>
              <a:avLst/>
              <a:gdLst/>
              <a:ahLst/>
              <a:cxnLst/>
              <a:rect l="l" t="t" r="r" b="b"/>
              <a:pathLst>
                <a:path w="513" h="603" fill="none" extrusionOk="0">
                  <a:moveTo>
                    <a:pt x="0" y="0"/>
                  </a:moveTo>
                  <a:cubicBezTo>
                    <a:pt x="256" y="180"/>
                    <a:pt x="436" y="398"/>
                    <a:pt x="513" y="603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777122" y="4983520"/>
              <a:ext cx="68863" cy="23278"/>
            </a:xfrm>
            <a:custGeom>
              <a:avLst/>
              <a:gdLst/>
              <a:ahLst/>
              <a:cxnLst/>
              <a:rect l="l" t="t" r="r" b="b"/>
              <a:pathLst>
                <a:path w="1065" h="360" fill="none" extrusionOk="0">
                  <a:moveTo>
                    <a:pt x="1" y="360"/>
                  </a:moveTo>
                  <a:cubicBezTo>
                    <a:pt x="78" y="103"/>
                    <a:pt x="411" y="14"/>
                    <a:pt x="667" y="14"/>
                  </a:cubicBezTo>
                  <a:cubicBezTo>
                    <a:pt x="795" y="1"/>
                    <a:pt x="936" y="26"/>
                    <a:pt x="1065" y="52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442482" y="5021152"/>
              <a:ext cx="309139" cy="235750"/>
            </a:xfrm>
            <a:custGeom>
              <a:avLst/>
              <a:gdLst/>
              <a:ahLst/>
              <a:cxnLst/>
              <a:rect l="l" t="t" r="r" b="b"/>
              <a:pathLst>
                <a:path w="4781" h="3646" extrusionOk="0">
                  <a:moveTo>
                    <a:pt x="1976" y="0"/>
                  </a:moveTo>
                  <a:cubicBezTo>
                    <a:pt x="1149" y="0"/>
                    <a:pt x="458" y="410"/>
                    <a:pt x="257" y="1098"/>
                  </a:cubicBezTo>
                  <a:cubicBezTo>
                    <a:pt x="1" y="2020"/>
                    <a:pt x="731" y="3084"/>
                    <a:pt x="1897" y="3494"/>
                  </a:cubicBezTo>
                  <a:cubicBezTo>
                    <a:pt x="2202" y="3596"/>
                    <a:pt x="2505" y="3645"/>
                    <a:pt x="2793" y="3645"/>
                  </a:cubicBezTo>
                  <a:cubicBezTo>
                    <a:pt x="3619" y="3645"/>
                    <a:pt x="4312" y="3243"/>
                    <a:pt x="4512" y="2558"/>
                  </a:cubicBezTo>
                  <a:cubicBezTo>
                    <a:pt x="4781" y="1623"/>
                    <a:pt x="4038" y="547"/>
                    <a:pt x="2859" y="149"/>
                  </a:cubicBezTo>
                  <a:cubicBezTo>
                    <a:pt x="2558" y="48"/>
                    <a:pt x="2259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442482" y="5005116"/>
              <a:ext cx="309139" cy="267692"/>
            </a:xfrm>
            <a:custGeom>
              <a:avLst/>
              <a:gdLst/>
              <a:ahLst/>
              <a:cxnLst/>
              <a:rect l="l" t="t" r="r" b="b"/>
              <a:pathLst>
                <a:path w="4781" h="4140" fill="none" extrusionOk="0">
                  <a:moveTo>
                    <a:pt x="4512" y="2806"/>
                  </a:moveTo>
                  <a:cubicBezTo>
                    <a:pt x="4243" y="3729"/>
                    <a:pt x="3076" y="4139"/>
                    <a:pt x="1897" y="3742"/>
                  </a:cubicBezTo>
                  <a:cubicBezTo>
                    <a:pt x="731" y="3332"/>
                    <a:pt x="1" y="2268"/>
                    <a:pt x="257" y="1346"/>
                  </a:cubicBezTo>
                  <a:cubicBezTo>
                    <a:pt x="526" y="423"/>
                    <a:pt x="1680" y="0"/>
                    <a:pt x="2859" y="397"/>
                  </a:cubicBezTo>
                  <a:cubicBezTo>
                    <a:pt x="4038" y="795"/>
                    <a:pt x="4781" y="1871"/>
                    <a:pt x="4512" y="2806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628123" y="5102043"/>
              <a:ext cx="40671" cy="41447"/>
            </a:xfrm>
            <a:custGeom>
              <a:avLst/>
              <a:gdLst/>
              <a:ahLst/>
              <a:cxnLst/>
              <a:rect l="l" t="t" r="r" b="b"/>
              <a:pathLst>
                <a:path w="629" h="641" fill="none" extrusionOk="0">
                  <a:moveTo>
                    <a:pt x="0" y="0"/>
                  </a:moveTo>
                  <a:cubicBezTo>
                    <a:pt x="308" y="180"/>
                    <a:pt x="526" y="410"/>
                    <a:pt x="628" y="641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521239" y="5085490"/>
              <a:ext cx="75458" cy="24054"/>
            </a:xfrm>
            <a:custGeom>
              <a:avLst/>
              <a:gdLst/>
              <a:ahLst/>
              <a:cxnLst/>
              <a:rect l="l" t="t" r="r" b="b"/>
              <a:pathLst>
                <a:path w="1167" h="372" fill="none" extrusionOk="0">
                  <a:moveTo>
                    <a:pt x="0" y="372"/>
                  </a:moveTo>
                  <a:cubicBezTo>
                    <a:pt x="77" y="128"/>
                    <a:pt x="423" y="13"/>
                    <a:pt x="731" y="0"/>
                  </a:cubicBezTo>
                  <a:cubicBezTo>
                    <a:pt x="872" y="0"/>
                    <a:pt x="1025" y="26"/>
                    <a:pt x="1166" y="64"/>
                  </a:cubicBez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miter lim="12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960242" y="4498823"/>
              <a:ext cx="1327470" cy="711777"/>
            </a:xfrm>
            <a:custGeom>
              <a:avLst/>
              <a:gdLst/>
              <a:ahLst/>
              <a:cxnLst/>
              <a:rect l="l" t="t" r="r" b="b"/>
              <a:pathLst>
                <a:path w="20530" h="11008" fill="none" extrusionOk="0">
                  <a:moveTo>
                    <a:pt x="1" y="9560"/>
                  </a:moveTo>
                  <a:lnTo>
                    <a:pt x="9022" y="0"/>
                  </a:lnTo>
                  <a:lnTo>
                    <a:pt x="20530" y="1115"/>
                  </a:lnTo>
                  <a:lnTo>
                    <a:pt x="11790" y="11008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444163" y="4604026"/>
              <a:ext cx="732533" cy="92916"/>
            </a:xfrm>
            <a:custGeom>
              <a:avLst/>
              <a:gdLst/>
              <a:ahLst/>
              <a:cxnLst/>
              <a:rect l="l" t="t" r="r" b="b"/>
              <a:pathLst>
                <a:path w="11329" h="1437" fill="none" extrusionOk="0">
                  <a:moveTo>
                    <a:pt x="1" y="1"/>
                  </a:moveTo>
                  <a:lnTo>
                    <a:pt x="11329" y="1436"/>
                  </a:lnTo>
                </a:path>
              </a:pathLst>
            </a:custGeom>
            <a:solidFill>
              <a:schemeClr val="lt2"/>
            </a:solidFill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5448980" y="-76209"/>
            <a:ext cx="405608" cy="447655"/>
          </a:xfrm>
          <a:custGeom>
            <a:avLst/>
            <a:gdLst/>
            <a:ahLst/>
            <a:cxnLst/>
            <a:rect l="l" t="t" r="r" b="b"/>
            <a:pathLst>
              <a:path w="7177" h="7921" fill="none" extrusionOk="0">
                <a:moveTo>
                  <a:pt x="2000" y="4294"/>
                </a:moveTo>
                <a:cubicBezTo>
                  <a:pt x="3255" y="3986"/>
                  <a:pt x="2051" y="1039"/>
                  <a:pt x="936" y="2102"/>
                </a:cubicBezTo>
                <a:cubicBezTo>
                  <a:pt x="1" y="3012"/>
                  <a:pt x="821" y="6152"/>
                  <a:pt x="2474" y="5229"/>
                </a:cubicBezTo>
                <a:cubicBezTo>
                  <a:pt x="3871" y="4447"/>
                  <a:pt x="4037" y="1923"/>
                  <a:pt x="4063" y="1"/>
                </a:cubicBezTo>
                <a:cubicBezTo>
                  <a:pt x="5331" y="4486"/>
                  <a:pt x="7177" y="7920"/>
                  <a:pt x="7177" y="7920"/>
                </a:cubicBezTo>
              </a:path>
            </a:pathLst>
          </a:custGeom>
          <a:solidFill>
            <a:schemeClr val="accent1"/>
          </a:solidFill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ctrTitle"/>
          </p:nvPr>
        </p:nvSpPr>
        <p:spPr>
          <a:xfrm>
            <a:off x="2307575" y="1294719"/>
            <a:ext cx="4528800" cy="22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"/>
          <p:cNvSpPr txBox="1">
            <a:spLocks noGrp="1"/>
          </p:cNvSpPr>
          <p:nvPr>
            <p:ph type="subTitle" idx="1"/>
          </p:nvPr>
        </p:nvSpPr>
        <p:spPr>
          <a:xfrm>
            <a:off x="2307625" y="3372981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290375" y="-357200"/>
            <a:ext cx="9233106" cy="6678056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4"/>
          <p:cNvGrpSpPr/>
          <p:nvPr/>
        </p:nvGrpSpPr>
        <p:grpSpPr>
          <a:xfrm rot="-1679698">
            <a:off x="-930434" y="-243108"/>
            <a:ext cx="3039614" cy="1424062"/>
            <a:chOff x="5250782" y="5679875"/>
            <a:chExt cx="3039575" cy="1424044"/>
          </a:xfrm>
        </p:grpSpPr>
        <p:grpSp>
          <p:nvGrpSpPr>
            <p:cNvPr id="250" name="Google Shape;250;p4"/>
            <p:cNvGrpSpPr/>
            <p:nvPr/>
          </p:nvGrpSpPr>
          <p:grpSpPr>
            <a:xfrm>
              <a:off x="5250782" y="5679875"/>
              <a:ext cx="3039575" cy="1424044"/>
              <a:chOff x="5250782" y="5679875"/>
              <a:chExt cx="3039575" cy="1424044"/>
            </a:xfrm>
          </p:grpSpPr>
          <p:sp>
            <p:nvSpPr>
              <p:cNvPr id="251" name="Google Shape;251;p4"/>
              <p:cNvSpPr/>
              <p:nvPr/>
            </p:nvSpPr>
            <p:spPr>
              <a:xfrm>
                <a:off x="5250782" y="5760619"/>
                <a:ext cx="3039575" cy="1343300"/>
              </a:xfrm>
              <a:custGeom>
                <a:avLst/>
                <a:gdLst/>
                <a:ahLst/>
                <a:cxnLst/>
                <a:rect l="l" t="t" r="r" b="b"/>
                <a:pathLst>
                  <a:path w="86845" h="38380" fill="none" extrusionOk="0">
                    <a:moveTo>
                      <a:pt x="1" y="0"/>
                    </a:moveTo>
                    <a:cubicBezTo>
                      <a:pt x="12662" y="18222"/>
                      <a:pt x="37471" y="38379"/>
                      <a:pt x="71736" y="21644"/>
                    </a:cubicBezTo>
                    <a:cubicBezTo>
                      <a:pt x="77875" y="18658"/>
                      <a:pt x="86845" y="12251"/>
                      <a:pt x="86845" y="122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5454864" y="5740424"/>
                <a:ext cx="2815330" cy="1167950"/>
              </a:xfrm>
              <a:custGeom>
                <a:avLst/>
                <a:gdLst/>
                <a:ahLst/>
                <a:cxnLst/>
                <a:rect l="l" t="t" r="r" b="b"/>
                <a:pathLst>
                  <a:path w="80438" h="33370" fill="none" extrusionOk="0">
                    <a:moveTo>
                      <a:pt x="1" y="1"/>
                    </a:moveTo>
                    <a:cubicBezTo>
                      <a:pt x="11816" y="15967"/>
                      <a:pt x="34100" y="33369"/>
                      <a:pt x="65457" y="19043"/>
                    </a:cubicBezTo>
                    <a:cubicBezTo>
                      <a:pt x="71672" y="16211"/>
                      <a:pt x="80437" y="10047"/>
                      <a:pt x="80437" y="1004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5658947" y="5720264"/>
                <a:ext cx="2591505" cy="995680"/>
              </a:xfrm>
              <a:custGeom>
                <a:avLst/>
                <a:gdLst/>
                <a:ahLst/>
                <a:cxnLst/>
                <a:rect l="l" t="t" r="r" b="b"/>
                <a:pathLst>
                  <a:path w="74043" h="28448" fill="none" extrusionOk="0">
                    <a:moveTo>
                      <a:pt x="0" y="0"/>
                    </a:moveTo>
                    <a:cubicBezTo>
                      <a:pt x="10957" y="13699"/>
                      <a:pt x="30781" y="28448"/>
                      <a:pt x="59177" y="16441"/>
                    </a:cubicBezTo>
                    <a:cubicBezTo>
                      <a:pt x="65482" y="13775"/>
                      <a:pt x="74042" y="7842"/>
                      <a:pt x="74042" y="784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5862994" y="5700070"/>
                <a:ext cx="2367715" cy="827085"/>
              </a:xfrm>
              <a:custGeom>
                <a:avLst/>
                <a:gdLst/>
                <a:ahLst/>
                <a:cxnLst/>
                <a:rect l="l" t="t" r="r" b="b"/>
                <a:pathLst>
                  <a:path w="67649" h="23631" fill="none" extrusionOk="0">
                    <a:moveTo>
                      <a:pt x="1" y="0"/>
                    </a:moveTo>
                    <a:cubicBezTo>
                      <a:pt x="10111" y="11444"/>
                      <a:pt x="27513" y="23630"/>
                      <a:pt x="52886" y="13840"/>
                    </a:cubicBezTo>
                    <a:cubicBezTo>
                      <a:pt x="59293" y="11380"/>
                      <a:pt x="67648" y="5652"/>
                      <a:pt x="67648" y="565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6067076" y="5679875"/>
                <a:ext cx="2143435" cy="662025"/>
              </a:xfrm>
              <a:custGeom>
                <a:avLst/>
                <a:gdLst/>
                <a:ahLst/>
                <a:cxnLst/>
                <a:rect l="l" t="t" r="r" b="b"/>
                <a:pathLst>
                  <a:path w="61241" h="18915" fill="none" extrusionOk="0">
                    <a:moveTo>
                      <a:pt x="0" y="1"/>
                    </a:moveTo>
                    <a:cubicBezTo>
                      <a:pt x="9252" y="9176"/>
                      <a:pt x="24284" y="18915"/>
                      <a:pt x="46607" y="11239"/>
                    </a:cubicBezTo>
                    <a:cubicBezTo>
                      <a:pt x="53129" y="8996"/>
                      <a:pt x="61241" y="3448"/>
                      <a:pt x="61241" y="3448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" name="Google Shape;256;p4"/>
            <p:cNvGrpSpPr/>
            <p:nvPr/>
          </p:nvGrpSpPr>
          <p:grpSpPr>
            <a:xfrm>
              <a:off x="7430972" y="6160663"/>
              <a:ext cx="178080" cy="499239"/>
              <a:chOff x="7430972" y="6160663"/>
              <a:chExt cx="178080" cy="499239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7430972" y="6169903"/>
                <a:ext cx="178080" cy="12967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3705" extrusionOk="0">
                    <a:moveTo>
                      <a:pt x="2858" y="1"/>
                    </a:moveTo>
                    <a:cubicBezTo>
                      <a:pt x="2417" y="1"/>
                      <a:pt x="1952" y="111"/>
                      <a:pt x="1525" y="339"/>
                    </a:cubicBezTo>
                    <a:cubicBezTo>
                      <a:pt x="449" y="916"/>
                      <a:pt x="0" y="2031"/>
                      <a:pt x="461" y="2851"/>
                    </a:cubicBezTo>
                    <a:cubicBezTo>
                      <a:pt x="778" y="3397"/>
                      <a:pt x="1435" y="3705"/>
                      <a:pt x="2173" y="3705"/>
                    </a:cubicBezTo>
                    <a:cubicBezTo>
                      <a:pt x="2542" y="3705"/>
                      <a:pt x="2930" y="3628"/>
                      <a:pt x="3306" y="3466"/>
                    </a:cubicBezTo>
                    <a:cubicBezTo>
                      <a:pt x="4485" y="2953"/>
                      <a:pt x="5087" y="1774"/>
                      <a:pt x="4562" y="864"/>
                    </a:cubicBezTo>
                    <a:cubicBezTo>
                      <a:pt x="4243" y="299"/>
                      <a:pt x="3583" y="1"/>
                      <a:pt x="28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7430972" y="6160663"/>
                <a:ext cx="178080" cy="14759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217" fill="none" extrusionOk="0">
                    <a:moveTo>
                      <a:pt x="4562" y="1128"/>
                    </a:moveTo>
                    <a:cubicBezTo>
                      <a:pt x="5087" y="2038"/>
                      <a:pt x="4485" y="3217"/>
                      <a:pt x="3306" y="3730"/>
                    </a:cubicBezTo>
                    <a:cubicBezTo>
                      <a:pt x="2179" y="4217"/>
                      <a:pt x="936" y="3935"/>
                      <a:pt x="461" y="3115"/>
                    </a:cubicBezTo>
                    <a:cubicBezTo>
                      <a:pt x="0" y="2295"/>
                      <a:pt x="449" y="1180"/>
                      <a:pt x="1525" y="603"/>
                    </a:cubicBezTo>
                    <a:cubicBezTo>
                      <a:pt x="2653" y="1"/>
                      <a:pt x="4050" y="219"/>
                      <a:pt x="4562" y="1128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7442172" y="6256667"/>
                <a:ext cx="78960" cy="403235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1521" fill="none" extrusionOk="0">
                    <a:moveTo>
                      <a:pt x="1" y="0"/>
                    </a:moveTo>
                    <a:lnTo>
                      <a:pt x="2256" y="1152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4"/>
            <p:cNvGrpSpPr/>
            <p:nvPr/>
          </p:nvGrpSpPr>
          <p:grpSpPr>
            <a:xfrm>
              <a:off x="6614678" y="6088459"/>
              <a:ext cx="414922" cy="480370"/>
              <a:chOff x="6614678" y="6088459"/>
              <a:chExt cx="414922" cy="480370"/>
            </a:xfrm>
          </p:grpSpPr>
          <p:sp>
            <p:nvSpPr>
              <p:cNvPr id="261" name="Google Shape;261;p4"/>
              <p:cNvSpPr/>
              <p:nvPr/>
            </p:nvSpPr>
            <p:spPr>
              <a:xfrm>
                <a:off x="6614678" y="6421025"/>
                <a:ext cx="187075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3975" extrusionOk="0">
                    <a:moveTo>
                      <a:pt x="3112" y="1"/>
                    </a:moveTo>
                    <a:cubicBezTo>
                      <a:pt x="2758" y="1"/>
                      <a:pt x="2384" y="65"/>
                      <a:pt x="2013" y="199"/>
                    </a:cubicBezTo>
                    <a:cubicBezTo>
                      <a:pt x="744" y="673"/>
                      <a:pt x="1" y="1801"/>
                      <a:pt x="270" y="2762"/>
                    </a:cubicBezTo>
                    <a:cubicBezTo>
                      <a:pt x="488" y="3507"/>
                      <a:pt x="1268" y="3974"/>
                      <a:pt x="2211" y="3974"/>
                    </a:cubicBezTo>
                    <a:cubicBezTo>
                      <a:pt x="2485" y="3974"/>
                      <a:pt x="2772" y="3935"/>
                      <a:pt x="3063" y="3851"/>
                    </a:cubicBezTo>
                    <a:cubicBezTo>
                      <a:pt x="4422" y="3467"/>
                      <a:pt x="5344" y="2275"/>
                      <a:pt x="5050" y="1211"/>
                    </a:cubicBezTo>
                    <a:cubicBezTo>
                      <a:pt x="4827" y="441"/>
                      <a:pt x="4040" y="1"/>
                      <a:pt x="3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6614678" y="6410945"/>
                <a:ext cx="187075" cy="15788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4511" fill="none" extrusionOk="0">
                    <a:moveTo>
                      <a:pt x="5050" y="1499"/>
                    </a:moveTo>
                    <a:cubicBezTo>
                      <a:pt x="5344" y="2563"/>
                      <a:pt x="4422" y="3755"/>
                      <a:pt x="3063" y="4139"/>
                    </a:cubicBezTo>
                    <a:cubicBezTo>
                      <a:pt x="1769" y="4511"/>
                      <a:pt x="552" y="4011"/>
                      <a:pt x="270" y="3050"/>
                    </a:cubicBezTo>
                    <a:cubicBezTo>
                      <a:pt x="1" y="2089"/>
                      <a:pt x="744" y="961"/>
                      <a:pt x="2013" y="487"/>
                    </a:cubicBezTo>
                    <a:cubicBezTo>
                      <a:pt x="3358" y="0"/>
                      <a:pt x="4742" y="436"/>
                      <a:pt x="5050" y="149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>
                <a:off x="6792756" y="6088459"/>
                <a:ext cx="236845" cy="40369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11534" fill="none" extrusionOk="0">
                    <a:moveTo>
                      <a:pt x="0" y="11534"/>
                    </a:moveTo>
                    <a:lnTo>
                      <a:pt x="2627" y="1"/>
                    </a:lnTo>
                    <a:cubicBezTo>
                      <a:pt x="2627" y="1"/>
                      <a:pt x="6766" y="6549"/>
                      <a:pt x="4267" y="8048"/>
                    </a:cubicBezTo>
                    <a:cubicBezTo>
                      <a:pt x="3204" y="8548"/>
                      <a:pt x="2845" y="6408"/>
                      <a:pt x="2845" y="6408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" name="Google Shape;264;p4"/>
            <p:cNvGrpSpPr/>
            <p:nvPr/>
          </p:nvGrpSpPr>
          <p:grpSpPr>
            <a:xfrm>
              <a:off x="5913673" y="5891587"/>
              <a:ext cx="705527" cy="512220"/>
              <a:chOff x="5913673" y="5891587"/>
              <a:chExt cx="705527" cy="512220"/>
            </a:xfrm>
          </p:grpSpPr>
          <p:sp>
            <p:nvSpPr>
              <p:cNvPr id="265" name="Google Shape;265;p4"/>
              <p:cNvSpPr/>
              <p:nvPr/>
            </p:nvSpPr>
            <p:spPr>
              <a:xfrm>
                <a:off x="6274728" y="6231222"/>
                <a:ext cx="203665" cy="146195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177" extrusionOk="0">
                    <a:moveTo>
                      <a:pt x="3028" y="1"/>
                    </a:moveTo>
                    <a:cubicBezTo>
                      <a:pt x="2761" y="1"/>
                      <a:pt x="2488" y="33"/>
                      <a:pt x="2217" y="99"/>
                    </a:cubicBezTo>
                    <a:cubicBezTo>
                      <a:pt x="833" y="432"/>
                      <a:pt x="0" y="1547"/>
                      <a:pt x="295" y="2611"/>
                    </a:cubicBezTo>
                    <a:cubicBezTo>
                      <a:pt x="542" y="3540"/>
                      <a:pt x="1581" y="4176"/>
                      <a:pt x="2780" y="4176"/>
                    </a:cubicBezTo>
                    <a:cubicBezTo>
                      <a:pt x="2953" y="4176"/>
                      <a:pt x="3129" y="4163"/>
                      <a:pt x="3307" y="4136"/>
                    </a:cubicBezTo>
                    <a:cubicBezTo>
                      <a:pt x="4793" y="3905"/>
                      <a:pt x="5818" y="2752"/>
                      <a:pt x="5498" y="1573"/>
                    </a:cubicBezTo>
                    <a:cubicBezTo>
                      <a:pt x="5247" y="613"/>
                      <a:pt x="4198" y="1"/>
                      <a:pt x="30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6274728" y="6222122"/>
                <a:ext cx="203665" cy="16149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614" fill="none" extrusionOk="0">
                    <a:moveTo>
                      <a:pt x="5498" y="1833"/>
                    </a:moveTo>
                    <a:cubicBezTo>
                      <a:pt x="5818" y="3012"/>
                      <a:pt x="4793" y="4165"/>
                      <a:pt x="3307" y="4396"/>
                    </a:cubicBezTo>
                    <a:cubicBezTo>
                      <a:pt x="1897" y="4613"/>
                      <a:pt x="577" y="3934"/>
                      <a:pt x="295" y="2871"/>
                    </a:cubicBezTo>
                    <a:cubicBezTo>
                      <a:pt x="0" y="1807"/>
                      <a:pt x="833" y="692"/>
                      <a:pt x="2217" y="359"/>
                    </a:cubicBezTo>
                    <a:cubicBezTo>
                      <a:pt x="3678" y="0"/>
                      <a:pt x="5190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6106100" y="5891587"/>
                <a:ext cx="513100" cy="440895"/>
              </a:xfrm>
              <a:custGeom>
                <a:avLst/>
                <a:gdLst/>
                <a:ahLst/>
                <a:cxnLst/>
                <a:rect l="l" t="t" r="r" b="b"/>
                <a:pathLst>
                  <a:path w="14660" h="12597" fill="none" extrusionOk="0">
                    <a:moveTo>
                      <a:pt x="0" y="12597"/>
                    </a:moveTo>
                    <a:lnTo>
                      <a:pt x="3985" y="1845"/>
                    </a:lnTo>
                    <a:lnTo>
                      <a:pt x="14660" y="0"/>
                    </a:lnTo>
                    <a:lnTo>
                      <a:pt x="10470" y="1167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5913673" y="6251172"/>
                <a:ext cx="203210" cy="14609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174" extrusionOk="0">
                    <a:moveTo>
                      <a:pt x="3007" y="1"/>
                    </a:moveTo>
                    <a:cubicBezTo>
                      <a:pt x="2747" y="1"/>
                      <a:pt x="2482" y="30"/>
                      <a:pt x="2218" y="93"/>
                    </a:cubicBezTo>
                    <a:cubicBezTo>
                      <a:pt x="834" y="426"/>
                      <a:pt x="1" y="1541"/>
                      <a:pt x="283" y="2605"/>
                    </a:cubicBezTo>
                    <a:cubicBezTo>
                      <a:pt x="539" y="3530"/>
                      <a:pt x="1571" y="4174"/>
                      <a:pt x="2764" y="4174"/>
                    </a:cubicBezTo>
                    <a:cubicBezTo>
                      <a:pt x="2942" y="4174"/>
                      <a:pt x="3124" y="4159"/>
                      <a:pt x="3307" y="4129"/>
                    </a:cubicBezTo>
                    <a:cubicBezTo>
                      <a:pt x="4793" y="3899"/>
                      <a:pt x="5806" y="2746"/>
                      <a:pt x="5498" y="1579"/>
                    </a:cubicBezTo>
                    <a:cubicBezTo>
                      <a:pt x="5236" y="614"/>
                      <a:pt x="4182" y="1"/>
                      <a:pt x="30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5913673" y="6242282"/>
                <a:ext cx="203210" cy="161525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615" fill="none" extrusionOk="0">
                    <a:moveTo>
                      <a:pt x="5498" y="1833"/>
                    </a:moveTo>
                    <a:cubicBezTo>
                      <a:pt x="5806" y="3000"/>
                      <a:pt x="4793" y="4153"/>
                      <a:pt x="3307" y="4383"/>
                    </a:cubicBezTo>
                    <a:cubicBezTo>
                      <a:pt x="1897" y="4614"/>
                      <a:pt x="577" y="3922"/>
                      <a:pt x="283" y="2859"/>
                    </a:cubicBezTo>
                    <a:cubicBezTo>
                      <a:pt x="1" y="1795"/>
                      <a:pt x="834" y="680"/>
                      <a:pt x="2218" y="347"/>
                    </a:cubicBezTo>
                    <a:cubicBezTo>
                      <a:pt x="3679" y="1"/>
                      <a:pt x="5178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6213269" y="5990251"/>
                <a:ext cx="370510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10586" h="1526" fill="none" extrusionOk="0">
                    <a:moveTo>
                      <a:pt x="1" y="1525"/>
                    </a:moveTo>
                    <a:lnTo>
                      <a:pt x="10586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1" name="Google Shape;271;p4"/>
          <p:cNvGrpSpPr/>
          <p:nvPr/>
        </p:nvGrpSpPr>
        <p:grpSpPr>
          <a:xfrm rot="7541198" flipH="1">
            <a:off x="7368775" y="4146276"/>
            <a:ext cx="3135605" cy="2494419"/>
            <a:chOff x="-1221177" y="-856963"/>
            <a:chExt cx="3089277" cy="2457565"/>
          </a:xfrm>
        </p:grpSpPr>
        <p:grpSp>
          <p:nvGrpSpPr>
            <p:cNvPr id="272" name="Google Shape;272;p4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273" name="Google Shape;273;p4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4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" name="Google Shape;278;p4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279" name="Google Shape;279;p4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4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283" name="Google Shape;283;p4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"/>
          <p:cNvSpPr/>
          <p:nvPr/>
        </p:nvSpPr>
        <p:spPr>
          <a:xfrm rot="10800000" flipH="1">
            <a:off x="290375" y="-1384500"/>
            <a:ext cx="8947373" cy="7026175"/>
          </a:xfrm>
          <a:custGeom>
            <a:avLst/>
            <a:gdLst/>
            <a:ahLst/>
            <a:cxnLst/>
            <a:rect l="l" t="t" r="r" b="b"/>
            <a:pathLst>
              <a:path w="197057" h="142526" extrusionOk="0">
                <a:moveTo>
                  <a:pt x="178150" y="100975"/>
                </a:moveTo>
                <a:cubicBezTo>
                  <a:pt x="175293" y="92768"/>
                  <a:pt x="176083" y="83740"/>
                  <a:pt x="177572" y="75199"/>
                </a:cubicBezTo>
                <a:cubicBezTo>
                  <a:pt x="179092" y="66628"/>
                  <a:pt x="181311" y="58087"/>
                  <a:pt x="181189" y="49393"/>
                </a:cubicBezTo>
                <a:cubicBezTo>
                  <a:pt x="181007" y="35199"/>
                  <a:pt x="174198" y="21186"/>
                  <a:pt x="163074" y="12341"/>
                </a:cubicBezTo>
                <a:cubicBezTo>
                  <a:pt x="151949" y="3496"/>
                  <a:pt x="136751" y="1"/>
                  <a:pt x="122891" y="3223"/>
                </a:cubicBezTo>
                <a:cubicBezTo>
                  <a:pt x="114167" y="5259"/>
                  <a:pt x="105930" y="9818"/>
                  <a:pt x="96963" y="10183"/>
                </a:cubicBezTo>
                <a:cubicBezTo>
                  <a:pt x="87723" y="10578"/>
                  <a:pt x="78969" y="6505"/>
                  <a:pt x="69911" y="4834"/>
                </a:cubicBezTo>
                <a:cubicBezTo>
                  <a:pt x="48360" y="882"/>
                  <a:pt x="25260" y="11703"/>
                  <a:pt x="13223" y="30001"/>
                </a:cubicBezTo>
                <a:cubicBezTo>
                  <a:pt x="1156" y="48299"/>
                  <a:pt x="1" y="72828"/>
                  <a:pt x="8846" y="92859"/>
                </a:cubicBezTo>
                <a:cubicBezTo>
                  <a:pt x="17661" y="112920"/>
                  <a:pt x="35746" y="128300"/>
                  <a:pt x="56446" y="135413"/>
                </a:cubicBezTo>
                <a:cubicBezTo>
                  <a:pt x="77175" y="142526"/>
                  <a:pt x="100215" y="141705"/>
                  <a:pt x="121006" y="134775"/>
                </a:cubicBezTo>
                <a:cubicBezTo>
                  <a:pt x="131189" y="131370"/>
                  <a:pt x="140885" y="126568"/>
                  <a:pt x="151219" y="123650"/>
                </a:cubicBezTo>
                <a:cubicBezTo>
                  <a:pt x="161554" y="120732"/>
                  <a:pt x="172952" y="119790"/>
                  <a:pt x="182800" y="124136"/>
                </a:cubicBezTo>
                <a:lnTo>
                  <a:pt x="197056" y="116628"/>
                </a:lnTo>
                <a:cubicBezTo>
                  <a:pt x="188363" y="116385"/>
                  <a:pt x="181007" y="109212"/>
                  <a:pt x="178150" y="10097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13"/>
          <p:cNvGrpSpPr/>
          <p:nvPr/>
        </p:nvGrpSpPr>
        <p:grpSpPr>
          <a:xfrm rot="-6181488">
            <a:off x="-634175" y="4161379"/>
            <a:ext cx="2109570" cy="1678193"/>
            <a:chOff x="-1221177" y="-856963"/>
            <a:chExt cx="3089277" cy="2457565"/>
          </a:xfrm>
        </p:grpSpPr>
        <p:grpSp>
          <p:nvGrpSpPr>
            <p:cNvPr id="801" name="Google Shape;801;p13"/>
            <p:cNvGrpSpPr/>
            <p:nvPr/>
          </p:nvGrpSpPr>
          <p:grpSpPr>
            <a:xfrm>
              <a:off x="-1221177" y="-856963"/>
              <a:ext cx="3089277" cy="2457565"/>
              <a:chOff x="-1221177" y="-856963"/>
              <a:chExt cx="3089277" cy="2457565"/>
            </a:xfrm>
          </p:grpSpPr>
          <p:sp>
            <p:nvSpPr>
              <p:cNvPr id="802" name="Google Shape;802;p13"/>
              <p:cNvSpPr/>
              <p:nvPr/>
            </p:nvSpPr>
            <p:spPr>
              <a:xfrm>
                <a:off x="-1221177" y="-564373"/>
                <a:ext cx="3089277" cy="2164975"/>
              </a:xfrm>
              <a:custGeom>
                <a:avLst/>
                <a:gdLst/>
                <a:ahLst/>
                <a:cxnLst/>
                <a:rect l="l" t="t" r="r" b="b"/>
                <a:pathLst>
                  <a:path w="65482" h="45890" fill="none" extrusionOk="0">
                    <a:moveTo>
                      <a:pt x="0" y="40751"/>
                    </a:moveTo>
                    <a:cubicBezTo>
                      <a:pt x="18837" y="45889"/>
                      <a:pt x="46927" y="45492"/>
                      <a:pt x="60600" y="14866"/>
                    </a:cubicBezTo>
                    <a:cubicBezTo>
                      <a:pt x="63047" y="9381"/>
                      <a:pt x="65482" y="1"/>
                      <a:pt x="65482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-1050729" y="-637497"/>
                <a:ext cx="2826970" cy="2014998"/>
              </a:xfrm>
              <a:custGeom>
                <a:avLst/>
                <a:gdLst/>
                <a:ahLst/>
                <a:cxnLst/>
                <a:rect l="l" t="t" r="r" b="b"/>
                <a:pathLst>
                  <a:path w="59922" h="42711" fill="none" extrusionOk="0">
                    <a:moveTo>
                      <a:pt x="1" y="38610"/>
                    </a:moveTo>
                    <a:cubicBezTo>
                      <a:pt x="16980" y="42711"/>
                      <a:pt x="41814" y="41878"/>
                      <a:pt x="54885" y="14519"/>
                    </a:cubicBezTo>
                    <a:cubicBezTo>
                      <a:pt x="57474" y="9099"/>
                      <a:pt x="59921" y="0"/>
                      <a:pt x="59921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-880847" y="-710668"/>
                <a:ext cx="2564569" cy="1865729"/>
              </a:xfrm>
              <a:custGeom>
                <a:avLst/>
                <a:gdLst/>
                <a:ahLst/>
                <a:cxnLst/>
                <a:rect l="l" t="t" r="r" b="b"/>
                <a:pathLst>
                  <a:path w="54360" h="39547" fill="none" extrusionOk="0">
                    <a:moveTo>
                      <a:pt x="1" y="36483"/>
                    </a:moveTo>
                    <a:cubicBezTo>
                      <a:pt x="15134" y="39546"/>
                      <a:pt x="36817" y="38303"/>
                      <a:pt x="49195" y="14186"/>
                    </a:cubicBezTo>
                    <a:cubicBezTo>
                      <a:pt x="51938" y="8830"/>
                      <a:pt x="54360" y="1"/>
                      <a:pt x="54360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-710353" y="-783792"/>
                <a:ext cx="2302168" cy="1715751"/>
              </a:xfrm>
              <a:custGeom>
                <a:avLst/>
                <a:gdLst/>
                <a:ahLst/>
                <a:cxnLst/>
                <a:rect l="l" t="t" r="r" b="b"/>
                <a:pathLst>
                  <a:path w="48798" h="36368" fill="none" extrusionOk="0">
                    <a:moveTo>
                      <a:pt x="0" y="34356"/>
                    </a:moveTo>
                    <a:cubicBezTo>
                      <a:pt x="13276" y="36368"/>
                      <a:pt x="31883" y="34766"/>
                      <a:pt x="43480" y="13853"/>
                    </a:cubicBezTo>
                    <a:cubicBezTo>
                      <a:pt x="46401" y="8573"/>
                      <a:pt x="48798" y="0"/>
                      <a:pt x="48798" y="0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>
                <a:off x="-540471" y="-856963"/>
                <a:ext cx="2040380" cy="1565868"/>
              </a:xfrm>
              <a:custGeom>
                <a:avLst/>
                <a:gdLst/>
                <a:ahLst/>
                <a:cxnLst/>
                <a:rect l="l" t="t" r="r" b="b"/>
                <a:pathLst>
                  <a:path w="43249" h="33191" fill="none" extrusionOk="0">
                    <a:moveTo>
                      <a:pt x="0" y="32229"/>
                    </a:moveTo>
                    <a:cubicBezTo>
                      <a:pt x="11431" y="33190"/>
                      <a:pt x="27051" y="31294"/>
                      <a:pt x="37777" y="13520"/>
                    </a:cubicBezTo>
                    <a:cubicBezTo>
                      <a:pt x="40904" y="8317"/>
                      <a:pt x="43249" y="1"/>
                      <a:pt x="43249" y="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" name="Google Shape;807;p13"/>
            <p:cNvGrpSpPr/>
            <p:nvPr/>
          </p:nvGrpSpPr>
          <p:grpSpPr>
            <a:xfrm>
              <a:off x="828772" y="314668"/>
              <a:ext cx="416010" cy="486680"/>
              <a:chOff x="828772" y="314668"/>
              <a:chExt cx="416010" cy="486680"/>
            </a:xfrm>
          </p:grpSpPr>
          <p:sp>
            <p:nvSpPr>
              <p:cNvPr id="808" name="Google Shape;808;p13"/>
              <p:cNvSpPr/>
              <p:nvPr/>
            </p:nvSpPr>
            <p:spPr>
              <a:xfrm>
                <a:off x="828772" y="325849"/>
                <a:ext cx="182624" cy="18050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3826" extrusionOk="0">
                    <a:moveTo>
                      <a:pt x="2277" y="1"/>
                    </a:moveTo>
                    <a:cubicBezTo>
                      <a:pt x="1531" y="1"/>
                      <a:pt x="747" y="588"/>
                      <a:pt x="398" y="1455"/>
                    </a:cubicBezTo>
                    <a:cubicBezTo>
                      <a:pt x="1" y="2454"/>
                      <a:pt x="321" y="3454"/>
                      <a:pt x="1103" y="3748"/>
                    </a:cubicBezTo>
                    <a:cubicBezTo>
                      <a:pt x="1245" y="3800"/>
                      <a:pt x="1395" y="3825"/>
                      <a:pt x="1548" y="3825"/>
                    </a:cubicBezTo>
                    <a:cubicBezTo>
                      <a:pt x="2224" y="3825"/>
                      <a:pt x="2961" y="3340"/>
                      <a:pt x="3358" y="2557"/>
                    </a:cubicBezTo>
                    <a:cubicBezTo>
                      <a:pt x="3871" y="1544"/>
                      <a:pt x="3602" y="417"/>
                      <a:pt x="2743" y="83"/>
                    </a:cubicBezTo>
                    <a:cubicBezTo>
                      <a:pt x="2593" y="27"/>
                      <a:pt x="2436" y="1"/>
                      <a:pt x="22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828772" y="314668"/>
                <a:ext cx="182624" cy="201354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268" fill="none" extrusionOk="0">
                    <a:moveTo>
                      <a:pt x="2743" y="320"/>
                    </a:moveTo>
                    <a:cubicBezTo>
                      <a:pt x="3602" y="654"/>
                      <a:pt x="3871" y="1781"/>
                      <a:pt x="3358" y="2794"/>
                    </a:cubicBezTo>
                    <a:cubicBezTo>
                      <a:pt x="2871" y="3755"/>
                      <a:pt x="1872" y="4267"/>
                      <a:pt x="1103" y="3985"/>
                    </a:cubicBezTo>
                    <a:cubicBezTo>
                      <a:pt x="321" y="3691"/>
                      <a:pt x="1" y="2691"/>
                      <a:pt x="398" y="1692"/>
                    </a:cubicBezTo>
                    <a:cubicBezTo>
                      <a:pt x="821" y="641"/>
                      <a:pt x="1885" y="0"/>
                      <a:pt x="2743" y="32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865664" y="494788"/>
                <a:ext cx="379118" cy="306559"/>
              </a:xfrm>
              <a:custGeom>
                <a:avLst/>
                <a:gdLst/>
                <a:ahLst/>
                <a:cxnLst/>
                <a:rect l="l" t="t" r="r" b="b"/>
                <a:pathLst>
                  <a:path w="8036" h="6498" fill="none" extrusionOk="0">
                    <a:moveTo>
                      <a:pt x="1" y="1"/>
                    </a:moveTo>
                    <a:lnTo>
                      <a:pt x="8035" y="6498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13"/>
            <p:cNvGrpSpPr/>
            <p:nvPr/>
          </p:nvGrpSpPr>
          <p:grpSpPr>
            <a:xfrm>
              <a:off x="323987" y="610889"/>
              <a:ext cx="341044" cy="623914"/>
              <a:chOff x="323987" y="610889"/>
              <a:chExt cx="341044" cy="623914"/>
            </a:xfrm>
          </p:grpSpPr>
          <p:sp>
            <p:nvSpPr>
              <p:cNvPr id="812" name="Google Shape;812;p13"/>
              <p:cNvSpPr/>
              <p:nvPr/>
            </p:nvSpPr>
            <p:spPr>
              <a:xfrm>
                <a:off x="323987" y="1036281"/>
                <a:ext cx="204986" cy="187814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981" extrusionOk="0">
                    <a:moveTo>
                      <a:pt x="2671" y="0"/>
                    </a:moveTo>
                    <a:cubicBezTo>
                      <a:pt x="2077" y="0"/>
                      <a:pt x="1416" y="308"/>
                      <a:pt x="911" y="876"/>
                    </a:cubicBezTo>
                    <a:cubicBezTo>
                      <a:pt x="116" y="1760"/>
                      <a:pt x="1" y="2952"/>
                      <a:pt x="616" y="3580"/>
                    </a:cubicBezTo>
                    <a:cubicBezTo>
                      <a:pt x="879" y="3848"/>
                      <a:pt x="1237" y="3980"/>
                      <a:pt x="1629" y="3980"/>
                    </a:cubicBezTo>
                    <a:cubicBezTo>
                      <a:pt x="2154" y="3980"/>
                      <a:pt x="2738" y="3742"/>
                      <a:pt x="3230" y="3272"/>
                    </a:cubicBezTo>
                    <a:cubicBezTo>
                      <a:pt x="4127" y="2414"/>
                      <a:pt x="4345" y="1106"/>
                      <a:pt x="3679" y="402"/>
                    </a:cubicBezTo>
                    <a:cubicBezTo>
                      <a:pt x="3411" y="130"/>
                      <a:pt x="3055" y="0"/>
                      <a:pt x="26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3"/>
              <p:cNvSpPr/>
              <p:nvPr/>
            </p:nvSpPr>
            <p:spPr>
              <a:xfrm>
                <a:off x="323987" y="1022552"/>
                <a:ext cx="204986" cy="212252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4499" fill="none" extrusionOk="0">
                    <a:moveTo>
                      <a:pt x="3679" y="693"/>
                    </a:moveTo>
                    <a:cubicBezTo>
                      <a:pt x="4345" y="1397"/>
                      <a:pt x="4127" y="2705"/>
                      <a:pt x="3230" y="3563"/>
                    </a:cubicBezTo>
                    <a:cubicBezTo>
                      <a:pt x="2371" y="4383"/>
                      <a:pt x="1231" y="4499"/>
                      <a:pt x="616" y="3871"/>
                    </a:cubicBezTo>
                    <a:cubicBezTo>
                      <a:pt x="1" y="3243"/>
                      <a:pt x="116" y="2051"/>
                      <a:pt x="911" y="1167"/>
                    </a:cubicBezTo>
                    <a:cubicBezTo>
                      <a:pt x="1744" y="231"/>
                      <a:pt x="2999" y="1"/>
                      <a:pt x="3679" y="69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3"/>
              <p:cNvSpPr/>
              <p:nvPr/>
            </p:nvSpPr>
            <p:spPr>
              <a:xfrm>
                <a:off x="386259" y="610889"/>
                <a:ext cx="278772" cy="473379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10034" fill="none" extrusionOk="0">
                    <a:moveTo>
                      <a:pt x="2717" y="10034"/>
                    </a:moveTo>
                    <a:lnTo>
                      <a:pt x="1" y="0"/>
                    </a:lnTo>
                    <a:cubicBezTo>
                      <a:pt x="1" y="0"/>
                      <a:pt x="5908" y="3370"/>
                      <a:pt x="4588" y="5562"/>
                    </a:cubicBezTo>
                    <a:cubicBezTo>
                      <a:pt x="3973" y="6394"/>
                      <a:pt x="2807" y="4882"/>
                      <a:pt x="2807" y="4882"/>
                    </a:cubicBezTo>
                  </a:path>
                </a:pathLst>
              </a:custGeom>
              <a:noFill/>
              <a:ln w="2857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5" name="Google Shape;815;p13"/>
          <p:cNvGrpSpPr/>
          <p:nvPr/>
        </p:nvGrpSpPr>
        <p:grpSpPr>
          <a:xfrm rot="-870592">
            <a:off x="6470060" y="-898348"/>
            <a:ext cx="3385712" cy="2433470"/>
            <a:chOff x="6449979" y="-528274"/>
            <a:chExt cx="3617396" cy="2599992"/>
          </a:xfrm>
        </p:grpSpPr>
        <p:grpSp>
          <p:nvGrpSpPr>
            <p:cNvPr id="816" name="Google Shape;816;p13"/>
            <p:cNvGrpSpPr/>
            <p:nvPr/>
          </p:nvGrpSpPr>
          <p:grpSpPr>
            <a:xfrm rot="1281848">
              <a:off x="6872795" y="142919"/>
              <a:ext cx="3039627" cy="1424068"/>
              <a:chOff x="5250782" y="5679875"/>
              <a:chExt cx="3039575" cy="1424044"/>
            </a:xfrm>
          </p:grpSpPr>
          <p:sp>
            <p:nvSpPr>
              <p:cNvPr id="817" name="Google Shape;817;p13"/>
              <p:cNvSpPr/>
              <p:nvPr/>
            </p:nvSpPr>
            <p:spPr>
              <a:xfrm>
                <a:off x="5250782" y="5760619"/>
                <a:ext cx="3039575" cy="1343300"/>
              </a:xfrm>
              <a:custGeom>
                <a:avLst/>
                <a:gdLst/>
                <a:ahLst/>
                <a:cxnLst/>
                <a:rect l="l" t="t" r="r" b="b"/>
                <a:pathLst>
                  <a:path w="86845" h="38380" fill="none" extrusionOk="0">
                    <a:moveTo>
                      <a:pt x="1" y="0"/>
                    </a:moveTo>
                    <a:cubicBezTo>
                      <a:pt x="12662" y="18222"/>
                      <a:pt x="37471" y="38379"/>
                      <a:pt x="71736" y="21644"/>
                    </a:cubicBezTo>
                    <a:cubicBezTo>
                      <a:pt x="77875" y="18658"/>
                      <a:pt x="86845" y="12251"/>
                      <a:pt x="86845" y="12251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5454864" y="5740424"/>
                <a:ext cx="2815330" cy="1167950"/>
              </a:xfrm>
              <a:custGeom>
                <a:avLst/>
                <a:gdLst/>
                <a:ahLst/>
                <a:cxnLst/>
                <a:rect l="l" t="t" r="r" b="b"/>
                <a:pathLst>
                  <a:path w="80438" h="33370" fill="none" extrusionOk="0">
                    <a:moveTo>
                      <a:pt x="1" y="1"/>
                    </a:moveTo>
                    <a:cubicBezTo>
                      <a:pt x="11816" y="15967"/>
                      <a:pt x="34100" y="33369"/>
                      <a:pt x="65457" y="19043"/>
                    </a:cubicBezTo>
                    <a:cubicBezTo>
                      <a:pt x="71672" y="16211"/>
                      <a:pt x="80437" y="10047"/>
                      <a:pt x="80437" y="10047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5658947" y="5720264"/>
                <a:ext cx="2591505" cy="995680"/>
              </a:xfrm>
              <a:custGeom>
                <a:avLst/>
                <a:gdLst/>
                <a:ahLst/>
                <a:cxnLst/>
                <a:rect l="l" t="t" r="r" b="b"/>
                <a:pathLst>
                  <a:path w="74043" h="28448" fill="none" extrusionOk="0">
                    <a:moveTo>
                      <a:pt x="0" y="0"/>
                    </a:moveTo>
                    <a:cubicBezTo>
                      <a:pt x="10957" y="13699"/>
                      <a:pt x="30781" y="28448"/>
                      <a:pt x="59177" y="16441"/>
                    </a:cubicBezTo>
                    <a:cubicBezTo>
                      <a:pt x="65482" y="13775"/>
                      <a:pt x="74042" y="7842"/>
                      <a:pt x="74042" y="784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5862994" y="5700070"/>
                <a:ext cx="2367715" cy="827085"/>
              </a:xfrm>
              <a:custGeom>
                <a:avLst/>
                <a:gdLst/>
                <a:ahLst/>
                <a:cxnLst/>
                <a:rect l="l" t="t" r="r" b="b"/>
                <a:pathLst>
                  <a:path w="67649" h="23631" fill="none" extrusionOk="0">
                    <a:moveTo>
                      <a:pt x="1" y="0"/>
                    </a:moveTo>
                    <a:cubicBezTo>
                      <a:pt x="10111" y="11444"/>
                      <a:pt x="27513" y="23630"/>
                      <a:pt x="52886" y="13840"/>
                    </a:cubicBezTo>
                    <a:cubicBezTo>
                      <a:pt x="59293" y="11380"/>
                      <a:pt x="67648" y="5652"/>
                      <a:pt x="67648" y="5652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6067076" y="5679875"/>
                <a:ext cx="2143435" cy="662025"/>
              </a:xfrm>
              <a:custGeom>
                <a:avLst/>
                <a:gdLst/>
                <a:ahLst/>
                <a:cxnLst/>
                <a:rect l="l" t="t" r="r" b="b"/>
                <a:pathLst>
                  <a:path w="61241" h="18915" fill="none" extrusionOk="0">
                    <a:moveTo>
                      <a:pt x="0" y="1"/>
                    </a:moveTo>
                    <a:cubicBezTo>
                      <a:pt x="9252" y="9176"/>
                      <a:pt x="24284" y="18915"/>
                      <a:pt x="46607" y="11239"/>
                    </a:cubicBezTo>
                    <a:cubicBezTo>
                      <a:pt x="53129" y="8996"/>
                      <a:pt x="61241" y="3448"/>
                      <a:pt x="61241" y="3448"/>
                    </a:cubicBez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2" name="Google Shape;822;p13"/>
            <p:cNvGrpSpPr/>
            <p:nvPr/>
          </p:nvGrpSpPr>
          <p:grpSpPr>
            <a:xfrm rot="1281848">
              <a:off x="8994824" y="895474"/>
              <a:ext cx="178083" cy="499247"/>
              <a:chOff x="7430972" y="6160663"/>
              <a:chExt cx="178080" cy="499239"/>
            </a:xfrm>
          </p:grpSpPr>
          <p:sp>
            <p:nvSpPr>
              <p:cNvPr id="823" name="Google Shape;823;p13"/>
              <p:cNvSpPr/>
              <p:nvPr/>
            </p:nvSpPr>
            <p:spPr>
              <a:xfrm>
                <a:off x="7430972" y="6169903"/>
                <a:ext cx="178080" cy="12967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3705" extrusionOk="0">
                    <a:moveTo>
                      <a:pt x="2858" y="1"/>
                    </a:moveTo>
                    <a:cubicBezTo>
                      <a:pt x="2417" y="1"/>
                      <a:pt x="1952" y="111"/>
                      <a:pt x="1525" y="339"/>
                    </a:cubicBezTo>
                    <a:cubicBezTo>
                      <a:pt x="449" y="916"/>
                      <a:pt x="0" y="2031"/>
                      <a:pt x="461" y="2851"/>
                    </a:cubicBezTo>
                    <a:cubicBezTo>
                      <a:pt x="778" y="3397"/>
                      <a:pt x="1435" y="3705"/>
                      <a:pt x="2173" y="3705"/>
                    </a:cubicBezTo>
                    <a:cubicBezTo>
                      <a:pt x="2542" y="3705"/>
                      <a:pt x="2930" y="3628"/>
                      <a:pt x="3306" y="3466"/>
                    </a:cubicBezTo>
                    <a:cubicBezTo>
                      <a:pt x="4485" y="2953"/>
                      <a:pt x="5087" y="1774"/>
                      <a:pt x="4562" y="864"/>
                    </a:cubicBezTo>
                    <a:cubicBezTo>
                      <a:pt x="4243" y="299"/>
                      <a:pt x="3583" y="1"/>
                      <a:pt x="28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7430972" y="6160663"/>
                <a:ext cx="178080" cy="147595"/>
              </a:xfrm>
              <a:custGeom>
                <a:avLst/>
                <a:gdLst/>
                <a:ahLst/>
                <a:cxnLst/>
                <a:rect l="l" t="t" r="r" b="b"/>
                <a:pathLst>
                  <a:path w="5088" h="4217" fill="none" extrusionOk="0">
                    <a:moveTo>
                      <a:pt x="4562" y="1128"/>
                    </a:moveTo>
                    <a:cubicBezTo>
                      <a:pt x="5087" y="2038"/>
                      <a:pt x="4485" y="3217"/>
                      <a:pt x="3306" y="3730"/>
                    </a:cubicBezTo>
                    <a:cubicBezTo>
                      <a:pt x="2179" y="4217"/>
                      <a:pt x="936" y="3935"/>
                      <a:pt x="461" y="3115"/>
                    </a:cubicBezTo>
                    <a:cubicBezTo>
                      <a:pt x="0" y="2295"/>
                      <a:pt x="449" y="1180"/>
                      <a:pt x="1525" y="603"/>
                    </a:cubicBezTo>
                    <a:cubicBezTo>
                      <a:pt x="2653" y="1"/>
                      <a:pt x="4050" y="219"/>
                      <a:pt x="4562" y="1128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7442172" y="6256667"/>
                <a:ext cx="78960" cy="403235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1521" fill="none" extrusionOk="0">
                    <a:moveTo>
                      <a:pt x="1" y="0"/>
                    </a:moveTo>
                    <a:lnTo>
                      <a:pt x="2256" y="1152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13"/>
            <p:cNvGrpSpPr/>
            <p:nvPr/>
          </p:nvGrpSpPr>
          <p:grpSpPr>
            <a:xfrm rot="1281876" flipH="1">
              <a:off x="9436971" y="1306536"/>
              <a:ext cx="307138" cy="621498"/>
              <a:chOff x="5635147" y="6404645"/>
              <a:chExt cx="150290" cy="304114"/>
            </a:xfrm>
          </p:grpSpPr>
          <p:sp>
            <p:nvSpPr>
              <p:cNvPr id="827" name="Google Shape;827;p13"/>
              <p:cNvSpPr/>
              <p:nvPr/>
            </p:nvSpPr>
            <p:spPr>
              <a:xfrm>
                <a:off x="5635147" y="6411540"/>
                <a:ext cx="103670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2570" extrusionOk="0">
                    <a:moveTo>
                      <a:pt x="1778" y="1"/>
                    </a:moveTo>
                    <a:cubicBezTo>
                      <a:pt x="1341" y="1"/>
                      <a:pt x="861" y="224"/>
                      <a:pt x="526" y="624"/>
                    </a:cubicBezTo>
                    <a:cubicBezTo>
                      <a:pt x="14" y="1213"/>
                      <a:pt x="1" y="1969"/>
                      <a:pt x="475" y="2354"/>
                    </a:cubicBezTo>
                    <a:cubicBezTo>
                      <a:pt x="655" y="2499"/>
                      <a:pt x="887" y="2569"/>
                      <a:pt x="1136" y="2569"/>
                    </a:cubicBezTo>
                    <a:cubicBezTo>
                      <a:pt x="1527" y="2569"/>
                      <a:pt x="1958" y="2395"/>
                      <a:pt x="2295" y="2059"/>
                    </a:cubicBezTo>
                    <a:cubicBezTo>
                      <a:pt x="2884" y="1482"/>
                      <a:pt x="2961" y="650"/>
                      <a:pt x="2449" y="227"/>
                    </a:cubicBezTo>
                    <a:cubicBezTo>
                      <a:pt x="2262" y="73"/>
                      <a:pt x="2027" y="1"/>
                      <a:pt x="17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5635147" y="6404645"/>
                <a:ext cx="103670" cy="102305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2923" fill="none" extrusionOk="0">
                    <a:moveTo>
                      <a:pt x="2449" y="424"/>
                    </a:moveTo>
                    <a:cubicBezTo>
                      <a:pt x="2961" y="847"/>
                      <a:pt x="2884" y="1679"/>
                      <a:pt x="2295" y="2256"/>
                    </a:cubicBezTo>
                    <a:cubicBezTo>
                      <a:pt x="1744" y="2807"/>
                      <a:pt x="936" y="2922"/>
                      <a:pt x="475" y="2551"/>
                    </a:cubicBezTo>
                    <a:cubicBezTo>
                      <a:pt x="1" y="2166"/>
                      <a:pt x="14" y="1410"/>
                      <a:pt x="526" y="821"/>
                    </a:cubicBezTo>
                    <a:cubicBezTo>
                      <a:pt x="1052" y="193"/>
                      <a:pt x="1936" y="1"/>
                      <a:pt x="2449" y="424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3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5645472" y="6487174"/>
                <a:ext cx="139965" cy="221585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6331" fill="none" extrusionOk="0">
                    <a:moveTo>
                      <a:pt x="1" y="1"/>
                    </a:moveTo>
                    <a:lnTo>
                      <a:pt x="3999" y="6331"/>
                    </a:lnTo>
                  </a:path>
                </a:pathLst>
              </a:custGeom>
              <a:noFill/>
              <a:ln w="285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0" name="Google Shape;830;p13"/>
            <p:cNvGrpSpPr/>
            <p:nvPr/>
          </p:nvGrpSpPr>
          <p:grpSpPr>
            <a:xfrm rot="1281848">
              <a:off x="8256213" y="574644"/>
              <a:ext cx="414930" cy="480379"/>
              <a:chOff x="6614678" y="6088459"/>
              <a:chExt cx="414922" cy="480370"/>
            </a:xfrm>
          </p:grpSpPr>
          <p:sp>
            <p:nvSpPr>
              <p:cNvPr id="831" name="Google Shape;831;p13"/>
              <p:cNvSpPr/>
              <p:nvPr/>
            </p:nvSpPr>
            <p:spPr>
              <a:xfrm>
                <a:off x="6614678" y="6421025"/>
                <a:ext cx="187075" cy="13912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3975" extrusionOk="0">
                    <a:moveTo>
                      <a:pt x="3112" y="1"/>
                    </a:moveTo>
                    <a:cubicBezTo>
                      <a:pt x="2758" y="1"/>
                      <a:pt x="2384" y="65"/>
                      <a:pt x="2013" y="199"/>
                    </a:cubicBezTo>
                    <a:cubicBezTo>
                      <a:pt x="744" y="673"/>
                      <a:pt x="1" y="1801"/>
                      <a:pt x="270" y="2762"/>
                    </a:cubicBezTo>
                    <a:cubicBezTo>
                      <a:pt x="488" y="3507"/>
                      <a:pt x="1268" y="3974"/>
                      <a:pt x="2211" y="3974"/>
                    </a:cubicBezTo>
                    <a:cubicBezTo>
                      <a:pt x="2485" y="3974"/>
                      <a:pt x="2772" y="3935"/>
                      <a:pt x="3063" y="3851"/>
                    </a:cubicBezTo>
                    <a:cubicBezTo>
                      <a:pt x="4422" y="3467"/>
                      <a:pt x="5344" y="2275"/>
                      <a:pt x="5050" y="1211"/>
                    </a:cubicBezTo>
                    <a:cubicBezTo>
                      <a:pt x="4827" y="441"/>
                      <a:pt x="4040" y="1"/>
                      <a:pt x="3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6614678" y="6410945"/>
                <a:ext cx="187075" cy="157885"/>
              </a:xfrm>
              <a:custGeom>
                <a:avLst/>
                <a:gdLst/>
                <a:ahLst/>
                <a:cxnLst/>
                <a:rect l="l" t="t" r="r" b="b"/>
                <a:pathLst>
                  <a:path w="5345" h="4511" fill="none" extrusionOk="0">
                    <a:moveTo>
                      <a:pt x="5050" y="1499"/>
                    </a:moveTo>
                    <a:cubicBezTo>
                      <a:pt x="5344" y="2563"/>
                      <a:pt x="4422" y="3755"/>
                      <a:pt x="3063" y="4139"/>
                    </a:cubicBezTo>
                    <a:cubicBezTo>
                      <a:pt x="1769" y="4511"/>
                      <a:pt x="552" y="4011"/>
                      <a:pt x="270" y="3050"/>
                    </a:cubicBezTo>
                    <a:cubicBezTo>
                      <a:pt x="1" y="2089"/>
                      <a:pt x="744" y="961"/>
                      <a:pt x="2013" y="487"/>
                    </a:cubicBezTo>
                    <a:cubicBezTo>
                      <a:pt x="3358" y="0"/>
                      <a:pt x="4742" y="436"/>
                      <a:pt x="5050" y="149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4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6792756" y="6088459"/>
                <a:ext cx="236845" cy="403690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11534" fill="none" extrusionOk="0">
                    <a:moveTo>
                      <a:pt x="0" y="11534"/>
                    </a:moveTo>
                    <a:lnTo>
                      <a:pt x="2627" y="1"/>
                    </a:lnTo>
                    <a:cubicBezTo>
                      <a:pt x="2627" y="1"/>
                      <a:pt x="6766" y="6549"/>
                      <a:pt x="4267" y="8048"/>
                    </a:cubicBezTo>
                    <a:cubicBezTo>
                      <a:pt x="3204" y="8548"/>
                      <a:pt x="2845" y="6408"/>
                      <a:pt x="2845" y="6408"/>
                    </a:cubicBezTo>
                  </a:path>
                </a:pathLst>
              </a:custGeom>
              <a:noFill/>
              <a:ln w="2857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4" name="Google Shape;834;p13"/>
            <p:cNvGrpSpPr/>
            <p:nvPr/>
          </p:nvGrpSpPr>
          <p:grpSpPr>
            <a:xfrm rot="1281786">
              <a:off x="6556327" y="-455586"/>
              <a:ext cx="528001" cy="683472"/>
              <a:chOff x="4682110" y="5909052"/>
              <a:chExt cx="237719" cy="307716"/>
            </a:xfrm>
          </p:grpSpPr>
          <p:sp>
            <p:nvSpPr>
              <p:cNvPr id="835" name="Google Shape;835;p13"/>
              <p:cNvSpPr/>
              <p:nvPr/>
            </p:nvSpPr>
            <p:spPr>
              <a:xfrm>
                <a:off x="4682110" y="6048805"/>
                <a:ext cx="67305" cy="5155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73" extrusionOk="0">
                    <a:moveTo>
                      <a:pt x="910" y="0"/>
                    </a:moveTo>
                    <a:cubicBezTo>
                      <a:pt x="447" y="0"/>
                      <a:pt x="61" y="281"/>
                      <a:pt x="26" y="660"/>
                    </a:cubicBezTo>
                    <a:cubicBezTo>
                      <a:pt x="0" y="1057"/>
                      <a:pt x="385" y="1428"/>
                      <a:pt x="897" y="1467"/>
                    </a:cubicBezTo>
                    <a:cubicBezTo>
                      <a:pt x="935" y="1471"/>
                      <a:pt x="973" y="1473"/>
                      <a:pt x="1010" y="1473"/>
                    </a:cubicBezTo>
                    <a:cubicBezTo>
                      <a:pt x="1463" y="1473"/>
                      <a:pt x="1848" y="1193"/>
                      <a:pt x="1884" y="826"/>
                    </a:cubicBezTo>
                    <a:cubicBezTo>
                      <a:pt x="1922" y="416"/>
                      <a:pt x="1525" y="44"/>
                      <a:pt x="1025" y="6"/>
                    </a:cubicBezTo>
                    <a:cubicBezTo>
                      <a:pt x="986" y="2"/>
                      <a:pt x="948" y="0"/>
                      <a:pt x="9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4682110" y="6047195"/>
                <a:ext cx="6730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565" fill="none" extrusionOk="0">
                    <a:moveTo>
                      <a:pt x="1884" y="872"/>
                    </a:moveTo>
                    <a:cubicBezTo>
                      <a:pt x="1846" y="1269"/>
                      <a:pt x="1397" y="1564"/>
                      <a:pt x="897" y="1513"/>
                    </a:cubicBezTo>
                    <a:cubicBezTo>
                      <a:pt x="385" y="1474"/>
                      <a:pt x="0" y="1103"/>
                      <a:pt x="26" y="706"/>
                    </a:cubicBezTo>
                    <a:cubicBezTo>
                      <a:pt x="64" y="295"/>
                      <a:pt x="513" y="1"/>
                      <a:pt x="1025" y="52"/>
                    </a:cubicBezTo>
                    <a:cubicBezTo>
                      <a:pt x="1525" y="90"/>
                      <a:pt x="1922" y="462"/>
                      <a:pt x="1884" y="872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4791099" y="6164058"/>
                <a:ext cx="67305" cy="5148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71" extrusionOk="0">
                    <a:moveTo>
                      <a:pt x="910" y="0"/>
                    </a:moveTo>
                    <a:cubicBezTo>
                      <a:pt x="449" y="0"/>
                      <a:pt x="74" y="281"/>
                      <a:pt x="39" y="660"/>
                    </a:cubicBezTo>
                    <a:cubicBezTo>
                      <a:pt x="0" y="1057"/>
                      <a:pt x="385" y="1429"/>
                      <a:pt x="897" y="1467"/>
                    </a:cubicBezTo>
                    <a:cubicBezTo>
                      <a:pt x="928" y="1469"/>
                      <a:pt x="960" y="1471"/>
                      <a:pt x="990" y="1471"/>
                    </a:cubicBezTo>
                    <a:cubicBezTo>
                      <a:pt x="1463" y="1471"/>
                      <a:pt x="1861" y="1199"/>
                      <a:pt x="1897" y="814"/>
                    </a:cubicBezTo>
                    <a:cubicBezTo>
                      <a:pt x="1922" y="416"/>
                      <a:pt x="1538" y="45"/>
                      <a:pt x="1025" y="6"/>
                    </a:cubicBezTo>
                    <a:cubicBezTo>
                      <a:pt x="986" y="2"/>
                      <a:pt x="948" y="0"/>
                      <a:pt x="9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4791099" y="6162483"/>
                <a:ext cx="67305" cy="5428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551" fill="none" extrusionOk="0">
                    <a:moveTo>
                      <a:pt x="1897" y="859"/>
                    </a:moveTo>
                    <a:cubicBezTo>
                      <a:pt x="1858" y="1269"/>
                      <a:pt x="1410" y="1551"/>
                      <a:pt x="897" y="1512"/>
                    </a:cubicBezTo>
                    <a:cubicBezTo>
                      <a:pt x="385" y="1474"/>
                      <a:pt x="0" y="1102"/>
                      <a:pt x="39" y="705"/>
                    </a:cubicBezTo>
                    <a:cubicBezTo>
                      <a:pt x="77" y="295"/>
                      <a:pt x="513" y="0"/>
                      <a:pt x="1025" y="51"/>
                    </a:cubicBezTo>
                    <a:cubicBezTo>
                      <a:pt x="1538" y="90"/>
                      <a:pt x="1922" y="461"/>
                      <a:pt x="1897" y="8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4746229" y="5909052"/>
                <a:ext cx="173600" cy="289345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8267" fill="none" extrusionOk="0">
                    <a:moveTo>
                      <a:pt x="1" y="4986"/>
                    </a:moveTo>
                    <a:lnTo>
                      <a:pt x="2064" y="1"/>
                    </a:lnTo>
                    <a:lnTo>
                      <a:pt x="4960" y="3243"/>
                    </a:lnTo>
                    <a:lnTo>
                      <a:pt x="3127" y="8266"/>
                    </a:lnTo>
                  </a:path>
                </a:pathLst>
              </a:custGeom>
              <a:noFill/>
              <a:ln w="28575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4803629" y="5945836"/>
                <a:ext cx="101395" cy="117110"/>
              </a:xfrm>
              <a:custGeom>
                <a:avLst/>
                <a:gdLst/>
                <a:ahLst/>
                <a:cxnLst/>
                <a:rect l="l" t="t" r="r" b="b"/>
                <a:pathLst>
                  <a:path w="2897" h="3346" fill="none" extrusionOk="0">
                    <a:moveTo>
                      <a:pt x="1" y="1"/>
                    </a:moveTo>
                    <a:lnTo>
                      <a:pt x="2897" y="3345"/>
                    </a:lnTo>
                  </a:path>
                </a:pathLst>
              </a:custGeom>
              <a:noFill/>
              <a:ln w="28575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1" name="Google Shape;841;p13"/>
            <p:cNvGrpSpPr/>
            <p:nvPr/>
          </p:nvGrpSpPr>
          <p:grpSpPr>
            <a:xfrm rot="1281848">
              <a:off x="7659301" y="187760"/>
              <a:ext cx="705539" cy="512229"/>
              <a:chOff x="5913673" y="5891587"/>
              <a:chExt cx="705527" cy="512220"/>
            </a:xfrm>
          </p:grpSpPr>
          <p:sp>
            <p:nvSpPr>
              <p:cNvPr id="842" name="Google Shape;842;p13"/>
              <p:cNvSpPr/>
              <p:nvPr/>
            </p:nvSpPr>
            <p:spPr>
              <a:xfrm>
                <a:off x="6274728" y="6222122"/>
                <a:ext cx="203665" cy="16149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614" fill="none" extrusionOk="0">
                    <a:moveTo>
                      <a:pt x="5498" y="1833"/>
                    </a:moveTo>
                    <a:cubicBezTo>
                      <a:pt x="5818" y="3012"/>
                      <a:pt x="4793" y="4165"/>
                      <a:pt x="3307" y="4396"/>
                    </a:cubicBezTo>
                    <a:cubicBezTo>
                      <a:pt x="1897" y="4613"/>
                      <a:pt x="577" y="3934"/>
                      <a:pt x="295" y="2871"/>
                    </a:cubicBezTo>
                    <a:cubicBezTo>
                      <a:pt x="0" y="1807"/>
                      <a:pt x="833" y="692"/>
                      <a:pt x="2217" y="359"/>
                    </a:cubicBezTo>
                    <a:cubicBezTo>
                      <a:pt x="3678" y="0"/>
                      <a:pt x="5190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6106100" y="5891587"/>
                <a:ext cx="513100" cy="440895"/>
              </a:xfrm>
              <a:custGeom>
                <a:avLst/>
                <a:gdLst/>
                <a:ahLst/>
                <a:cxnLst/>
                <a:rect l="l" t="t" r="r" b="b"/>
                <a:pathLst>
                  <a:path w="14660" h="12597" fill="none" extrusionOk="0">
                    <a:moveTo>
                      <a:pt x="0" y="12597"/>
                    </a:moveTo>
                    <a:lnTo>
                      <a:pt x="3985" y="1845"/>
                    </a:lnTo>
                    <a:lnTo>
                      <a:pt x="14660" y="0"/>
                    </a:lnTo>
                    <a:lnTo>
                      <a:pt x="10470" y="11674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5913673" y="6251172"/>
                <a:ext cx="203210" cy="14609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174" extrusionOk="0">
                    <a:moveTo>
                      <a:pt x="3007" y="1"/>
                    </a:moveTo>
                    <a:cubicBezTo>
                      <a:pt x="2747" y="1"/>
                      <a:pt x="2482" y="30"/>
                      <a:pt x="2218" y="93"/>
                    </a:cubicBezTo>
                    <a:cubicBezTo>
                      <a:pt x="834" y="426"/>
                      <a:pt x="1" y="1541"/>
                      <a:pt x="283" y="2605"/>
                    </a:cubicBezTo>
                    <a:cubicBezTo>
                      <a:pt x="539" y="3530"/>
                      <a:pt x="1571" y="4174"/>
                      <a:pt x="2764" y="4174"/>
                    </a:cubicBezTo>
                    <a:cubicBezTo>
                      <a:pt x="2942" y="4174"/>
                      <a:pt x="3124" y="4159"/>
                      <a:pt x="3307" y="4129"/>
                    </a:cubicBezTo>
                    <a:cubicBezTo>
                      <a:pt x="4793" y="3899"/>
                      <a:pt x="5806" y="2746"/>
                      <a:pt x="5498" y="1579"/>
                    </a:cubicBezTo>
                    <a:cubicBezTo>
                      <a:pt x="5236" y="614"/>
                      <a:pt x="4182" y="1"/>
                      <a:pt x="30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>
                <a:off x="5913673" y="6242282"/>
                <a:ext cx="203210" cy="161525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4615" fill="none" extrusionOk="0">
                    <a:moveTo>
                      <a:pt x="5498" y="1833"/>
                    </a:moveTo>
                    <a:cubicBezTo>
                      <a:pt x="5806" y="3000"/>
                      <a:pt x="4793" y="4153"/>
                      <a:pt x="3307" y="4383"/>
                    </a:cubicBezTo>
                    <a:cubicBezTo>
                      <a:pt x="1897" y="4614"/>
                      <a:pt x="577" y="3922"/>
                      <a:pt x="283" y="2859"/>
                    </a:cubicBezTo>
                    <a:cubicBezTo>
                      <a:pt x="1" y="1795"/>
                      <a:pt x="834" y="680"/>
                      <a:pt x="2218" y="347"/>
                    </a:cubicBezTo>
                    <a:cubicBezTo>
                      <a:pt x="3679" y="1"/>
                      <a:pt x="5178" y="654"/>
                      <a:pt x="5498" y="1833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miter lim="12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3"/>
              <p:cNvSpPr/>
              <p:nvPr/>
            </p:nvSpPr>
            <p:spPr>
              <a:xfrm>
                <a:off x="6213269" y="5990251"/>
                <a:ext cx="370510" cy="53410"/>
              </a:xfrm>
              <a:custGeom>
                <a:avLst/>
                <a:gdLst/>
                <a:ahLst/>
                <a:cxnLst/>
                <a:rect l="l" t="t" r="r" b="b"/>
                <a:pathLst>
                  <a:path w="10586" h="1526" fill="none" extrusionOk="0">
                    <a:moveTo>
                      <a:pt x="1" y="1525"/>
                    </a:moveTo>
                    <a:lnTo>
                      <a:pt x="10586" y="0"/>
                    </a:lnTo>
                  </a:path>
                </a:pathLst>
              </a:custGeom>
              <a:noFill/>
              <a:ln w="2857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3"/>
              <p:cNvSpPr/>
              <p:nvPr/>
            </p:nvSpPr>
            <p:spPr>
              <a:xfrm>
                <a:off x="6274728" y="6231222"/>
                <a:ext cx="203665" cy="146195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4177" extrusionOk="0">
                    <a:moveTo>
                      <a:pt x="3028" y="1"/>
                    </a:moveTo>
                    <a:cubicBezTo>
                      <a:pt x="2761" y="1"/>
                      <a:pt x="2488" y="33"/>
                      <a:pt x="2217" y="99"/>
                    </a:cubicBezTo>
                    <a:cubicBezTo>
                      <a:pt x="833" y="432"/>
                      <a:pt x="0" y="1547"/>
                      <a:pt x="295" y="2611"/>
                    </a:cubicBezTo>
                    <a:cubicBezTo>
                      <a:pt x="542" y="3540"/>
                      <a:pt x="1581" y="4176"/>
                      <a:pt x="2780" y="4176"/>
                    </a:cubicBezTo>
                    <a:cubicBezTo>
                      <a:pt x="2953" y="4176"/>
                      <a:pt x="3129" y="4163"/>
                      <a:pt x="3307" y="4136"/>
                    </a:cubicBezTo>
                    <a:cubicBezTo>
                      <a:pt x="4793" y="3905"/>
                      <a:pt x="5818" y="2752"/>
                      <a:pt x="5498" y="1573"/>
                    </a:cubicBezTo>
                    <a:cubicBezTo>
                      <a:pt x="5247" y="613"/>
                      <a:pt x="4198" y="1"/>
                      <a:pt x="30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8" name="Google Shape;84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9" name="Google Shape;849;p13"/>
          <p:cNvSpPr txBox="1">
            <a:spLocks noGrp="1"/>
          </p:cNvSpPr>
          <p:nvPr>
            <p:ph type="title" idx="2"/>
          </p:nvPr>
        </p:nvSpPr>
        <p:spPr>
          <a:xfrm>
            <a:off x="2056701" y="16941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0" name="Google Shape;850;p13"/>
          <p:cNvSpPr txBox="1">
            <a:spLocks noGrp="1"/>
          </p:cNvSpPr>
          <p:nvPr>
            <p:ph type="subTitle" idx="1"/>
          </p:nvPr>
        </p:nvSpPr>
        <p:spPr>
          <a:xfrm>
            <a:off x="2056688" y="21407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3"/>
          <p:cNvSpPr txBox="1">
            <a:spLocks noGrp="1"/>
          </p:cNvSpPr>
          <p:nvPr>
            <p:ph type="title" idx="3"/>
          </p:nvPr>
        </p:nvSpPr>
        <p:spPr>
          <a:xfrm>
            <a:off x="5635100" y="16941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2" name="Google Shape;852;p13"/>
          <p:cNvSpPr txBox="1">
            <a:spLocks noGrp="1"/>
          </p:cNvSpPr>
          <p:nvPr>
            <p:ph type="subTitle" idx="4"/>
          </p:nvPr>
        </p:nvSpPr>
        <p:spPr>
          <a:xfrm>
            <a:off x="5635107" y="21407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13"/>
          <p:cNvSpPr txBox="1">
            <a:spLocks noGrp="1"/>
          </p:cNvSpPr>
          <p:nvPr>
            <p:ph type="title" idx="5"/>
          </p:nvPr>
        </p:nvSpPr>
        <p:spPr>
          <a:xfrm>
            <a:off x="2056701" y="31275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4" name="Google Shape;854;p13"/>
          <p:cNvSpPr txBox="1">
            <a:spLocks noGrp="1"/>
          </p:cNvSpPr>
          <p:nvPr>
            <p:ph type="subTitle" idx="6"/>
          </p:nvPr>
        </p:nvSpPr>
        <p:spPr>
          <a:xfrm>
            <a:off x="2056688" y="35741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3"/>
          <p:cNvSpPr txBox="1">
            <a:spLocks noGrp="1"/>
          </p:cNvSpPr>
          <p:nvPr>
            <p:ph type="title" idx="7"/>
          </p:nvPr>
        </p:nvSpPr>
        <p:spPr>
          <a:xfrm>
            <a:off x="5635100" y="3127523"/>
            <a:ext cx="246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56" name="Google Shape;856;p13"/>
          <p:cNvSpPr txBox="1">
            <a:spLocks noGrp="1"/>
          </p:cNvSpPr>
          <p:nvPr>
            <p:ph type="subTitle" idx="8"/>
          </p:nvPr>
        </p:nvSpPr>
        <p:spPr>
          <a:xfrm>
            <a:off x="5635107" y="35741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3"/>
          <p:cNvSpPr txBox="1">
            <a:spLocks noGrp="1"/>
          </p:cNvSpPr>
          <p:nvPr>
            <p:ph type="title" idx="9" hasCustomPrompt="1"/>
          </p:nvPr>
        </p:nvSpPr>
        <p:spPr>
          <a:xfrm>
            <a:off x="1048900" y="16941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58" name="Google Shape;858;p13"/>
          <p:cNvSpPr txBox="1">
            <a:spLocks noGrp="1"/>
          </p:cNvSpPr>
          <p:nvPr>
            <p:ph type="title" idx="13" hasCustomPrompt="1"/>
          </p:nvPr>
        </p:nvSpPr>
        <p:spPr>
          <a:xfrm>
            <a:off x="1048900" y="31275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59" name="Google Shape;859;p13"/>
          <p:cNvSpPr txBox="1">
            <a:spLocks noGrp="1"/>
          </p:cNvSpPr>
          <p:nvPr>
            <p:ph type="title" idx="14" hasCustomPrompt="1"/>
          </p:nvPr>
        </p:nvSpPr>
        <p:spPr>
          <a:xfrm>
            <a:off x="4627400" y="1694123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860" name="Google Shape;860;p13"/>
          <p:cNvSpPr txBox="1">
            <a:spLocks noGrp="1"/>
          </p:cNvSpPr>
          <p:nvPr>
            <p:ph type="title" idx="15" hasCustomPrompt="1"/>
          </p:nvPr>
        </p:nvSpPr>
        <p:spPr>
          <a:xfrm>
            <a:off x="4627400" y="3133788"/>
            <a:ext cx="1007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</p:sldLayoutIdLst>
  <p:transition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35"/>
          <p:cNvSpPr txBox="1">
            <a:spLocks noGrp="1"/>
          </p:cNvSpPr>
          <p:nvPr>
            <p:ph type="ctrTitle"/>
          </p:nvPr>
        </p:nvSpPr>
        <p:spPr>
          <a:xfrm>
            <a:off x="872193" y="998219"/>
            <a:ext cx="7186303" cy="11183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Playlist  Manager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7" name="Google Shape;2307;p35"/>
          <p:cNvSpPr txBox="1">
            <a:spLocks noGrp="1"/>
          </p:cNvSpPr>
          <p:nvPr>
            <p:ph type="subTitle" idx="1"/>
          </p:nvPr>
        </p:nvSpPr>
        <p:spPr>
          <a:xfrm>
            <a:off x="2200944" y="295584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Gruppo 10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4;p36">
            <a:extLst>
              <a:ext uri="{FF2B5EF4-FFF2-40B4-BE49-F238E27FC236}">
                <a16:creationId xmlns:a16="http://schemas.microsoft.com/office/drawing/2014/main" id="{B49CC25E-E678-00FC-F031-8B6B0723504C}"/>
              </a:ext>
            </a:extLst>
          </p:cNvPr>
          <p:cNvSpPr txBox="1">
            <a:spLocks/>
          </p:cNvSpPr>
          <p:nvPr/>
        </p:nvSpPr>
        <p:spPr>
          <a:xfrm>
            <a:off x="664120" y="-96083"/>
            <a:ext cx="7704000" cy="84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2° Sprint Review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3DD357-07BB-C354-C624-00A4732716B8}"/>
              </a:ext>
            </a:extLst>
          </p:cNvPr>
          <p:cNvSpPr txBox="1"/>
          <p:nvPr/>
        </p:nvSpPr>
        <p:spPr>
          <a:xfrm>
            <a:off x="0" y="1057513"/>
            <a:ext cx="9032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Stimata per la Seconda Sprint</a:t>
            </a: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37 (32 + 5)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Effettiva della Seconda  Sprint</a:t>
            </a: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37</a:t>
            </a:r>
          </a:p>
          <a:p>
            <a:endParaRPr lang="it-IT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it-IT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1A19584-4F99-E0B6-F4E8-CBE5C11C7FB6}"/>
              </a:ext>
            </a:extLst>
          </p:cNvPr>
          <p:cNvSpPr txBox="1"/>
          <p:nvPr/>
        </p:nvSpPr>
        <p:spPr>
          <a:xfrm>
            <a:off x="0" y="3162657"/>
            <a:ext cx="520206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Story Points Totali del Product Backlog</a:t>
            </a: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103</a:t>
            </a:r>
          </a:p>
          <a:p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17AE8FE-78F3-17AF-5D47-E3660BC19EAD}"/>
              </a:ext>
            </a:extLst>
          </p:cNvPr>
          <p:cNvSpPr txBox="1"/>
          <p:nvPr/>
        </p:nvSpPr>
        <p:spPr>
          <a:xfrm>
            <a:off x="0" y="4393763"/>
            <a:ext cx="330090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Story Points Rimanenti: </a:t>
            </a: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D53DCB-0524-800B-6BF3-B69E1933F19F}"/>
              </a:ext>
            </a:extLst>
          </p:cNvPr>
          <p:cNvSpPr txBox="1"/>
          <p:nvPr/>
        </p:nvSpPr>
        <p:spPr>
          <a:xfrm>
            <a:off x="0" y="3778210"/>
            <a:ext cx="41617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Story Points Completati Finora</a:t>
            </a:r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72</a:t>
            </a:r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AF51815-CF9E-ECD8-A0B7-46C7C057870A}"/>
              </a:ext>
            </a:extLst>
          </p:cNvPr>
          <p:cNvSpPr txBox="1"/>
          <p:nvPr/>
        </p:nvSpPr>
        <p:spPr>
          <a:xfrm>
            <a:off x="2718768" y="2380952"/>
            <a:ext cx="370646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GOAL RAGGIUNTO!</a:t>
            </a:r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150020224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BCBE-FA29-145E-E609-DA9CFCFD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4;p36">
            <a:extLst>
              <a:ext uri="{FF2B5EF4-FFF2-40B4-BE49-F238E27FC236}">
                <a16:creationId xmlns:a16="http://schemas.microsoft.com/office/drawing/2014/main" id="{44AE24BB-70E6-1324-92F9-17EA294342E5}"/>
              </a:ext>
            </a:extLst>
          </p:cNvPr>
          <p:cNvSpPr txBox="1">
            <a:spLocks/>
          </p:cNvSpPr>
          <p:nvPr/>
        </p:nvSpPr>
        <p:spPr>
          <a:xfrm>
            <a:off x="1104883" y="-429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2° Sprint </a:t>
            </a:r>
            <a:r>
              <a:rPr lang="it-IT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Retrospective</a:t>
            </a:r>
            <a:endParaRPr lang="it-I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7DF5E9-01BE-1AD2-23CA-85EDCE76A754}"/>
              </a:ext>
            </a:extLst>
          </p:cNvPr>
          <p:cNvSpPr txBox="1"/>
          <p:nvPr/>
        </p:nvSpPr>
        <p:spPr>
          <a:xfrm>
            <a:off x="-21407" y="831114"/>
            <a:ext cx="1566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Start Doing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F66C19-A67B-45EB-0613-6E2CAD3FBF9D}"/>
              </a:ext>
            </a:extLst>
          </p:cNvPr>
          <p:cNvSpPr txBox="1"/>
          <p:nvPr/>
        </p:nvSpPr>
        <p:spPr>
          <a:xfrm>
            <a:off x="358140" y="17373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9C4D73F-AA59-9860-BA6D-4CE236F41628}"/>
              </a:ext>
            </a:extLst>
          </p:cNvPr>
          <p:cNvSpPr txBox="1"/>
          <p:nvPr/>
        </p:nvSpPr>
        <p:spPr>
          <a:xfrm>
            <a:off x="-32768" y="1392677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More Of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FD1BECA-0116-EA5E-3D72-A74328C599D6}"/>
              </a:ext>
            </a:extLst>
          </p:cNvPr>
          <p:cNvSpPr txBox="1"/>
          <p:nvPr/>
        </p:nvSpPr>
        <p:spPr>
          <a:xfrm>
            <a:off x="358140" y="1128327"/>
            <a:ext cx="4099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Aggiornamento frequente della bacheca di Trello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531563-779E-813C-7DE7-A2C0610559CD}"/>
              </a:ext>
            </a:extLst>
          </p:cNvPr>
          <p:cNvSpPr txBox="1"/>
          <p:nvPr/>
        </p:nvSpPr>
        <p:spPr>
          <a:xfrm>
            <a:off x="358140" y="1733531"/>
            <a:ext cx="54056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Commenti all’interno delle funzioni del codice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Coordinazione per </a:t>
            </a:r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 </a:t>
            </a:r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fine di evitare conflitti di merge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Review sul codice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DE749A9-55B6-DE93-2735-BCCAD418BDE8}"/>
              </a:ext>
            </a:extLst>
          </p:cNvPr>
          <p:cNvSpPr txBox="1"/>
          <p:nvPr/>
        </p:nvSpPr>
        <p:spPr>
          <a:xfrm>
            <a:off x="-19143" y="2390202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Less Of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747160-C3D7-B2D7-7965-BFF6C12E39C1}"/>
              </a:ext>
            </a:extLst>
          </p:cNvPr>
          <p:cNvSpPr txBox="1"/>
          <p:nvPr/>
        </p:nvSpPr>
        <p:spPr>
          <a:xfrm>
            <a:off x="336689" y="2718383"/>
            <a:ext cx="4943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aperti per lunghi periodi senza aggiornamenti in bacheca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Interventi simultanei sulle stesse componenti del sistema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D10E439-99E0-A5B4-9DBD-33580C5C98E5}"/>
              </a:ext>
            </a:extLst>
          </p:cNvPr>
          <p:cNvSpPr txBox="1"/>
          <p:nvPr/>
        </p:nvSpPr>
        <p:spPr>
          <a:xfrm>
            <a:off x="-2826" y="3169674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Stop Doing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531D2ED-853A-83F3-A886-D22619D44DFB}"/>
              </a:ext>
            </a:extLst>
          </p:cNvPr>
          <p:cNvSpPr txBox="1"/>
          <p:nvPr/>
        </p:nvSpPr>
        <p:spPr>
          <a:xfrm>
            <a:off x="336689" y="3503213"/>
            <a:ext cx="3853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Lavoro concentrato nelle fasi finali dello sprint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51F01D3-D263-A78D-DFB0-8C5F7261AFFA}"/>
              </a:ext>
            </a:extLst>
          </p:cNvPr>
          <p:cNvSpPr txBox="1"/>
          <p:nvPr/>
        </p:nvSpPr>
        <p:spPr>
          <a:xfrm>
            <a:off x="0" y="3799920"/>
            <a:ext cx="1611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Keep Doing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8F99B1B-691E-9674-19F8-2AC58F880288}"/>
              </a:ext>
            </a:extLst>
          </p:cNvPr>
          <p:cNvSpPr txBox="1"/>
          <p:nvPr/>
        </p:nvSpPr>
        <p:spPr>
          <a:xfrm>
            <a:off x="333713" y="4118188"/>
            <a:ext cx="23503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Ottimizzazione del codice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 Fixing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dei casi limite 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print Retrospective: The Complete Guide - Bestarion USA">
            <a:extLst>
              <a:ext uri="{FF2B5EF4-FFF2-40B4-BE49-F238E27FC236}">
                <a16:creationId xmlns:a16="http://schemas.microsoft.com/office/drawing/2014/main" id="{4D610029-B4A2-36C9-4934-2A491846F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8043" t="30394" r="8957"/>
          <a:stretch>
            <a:fillRect/>
          </a:stretch>
        </p:blipFill>
        <p:spPr bwMode="auto">
          <a:xfrm>
            <a:off x="4297097" y="1347731"/>
            <a:ext cx="6324600" cy="331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999365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5FAB178-C530-7A7E-40F0-2F1C1FC086CB}"/>
              </a:ext>
            </a:extLst>
          </p:cNvPr>
          <p:cNvSpPr txBox="1"/>
          <p:nvPr/>
        </p:nvSpPr>
        <p:spPr>
          <a:xfrm>
            <a:off x="1959315" y="839545"/>
            <a:ext cx="5484886" cy="346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tracce più riprodotte - 5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playlist più riprodotte - 8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Riordinamento tracce nella playlist – 8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Creazione Tag </a:t>
            </a:r>
            <a:r>
              <a:rPr lang="it-IT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8</a:t>
            </a:r>
            <a:endParaRPr lang="it-IT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Aggiunta Copertina Traccia– 1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 Playlist- 1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2384;p36">
            <a:extLst>
              <a:ext uri="{FF2B5EF4-FFF2-40B4-BE49-F238E27FC236}">
                <a16:creationId xmlns:a16="http://schemas.microsoft.com/office/drawing/2014/main" id="{71DF2303-34D1-C301-1161-9D7FF354696F}"/>
              </a:ext>
            </a:extLst>
          </p:cNvPr>
          <p:cNvSpPr txBox="1">
            <a:spLocks/>
          </p:cNvSpPr>
          <p:nvPr/>
        </p:nvSpPr>
        <p:spPr>
          <a:xfrm>
            <a:off x="720000" y="-6257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3° Sprint Backlog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D7DA657-FFC3-026C-FA85-1CBA1D31BC09}"/>
              </a:ext>
            </a:extLst>
          </p:cNvPr>
          <p:cNvSpPr txBox="1"/>
          <p:nvPr/>
        </p:nvSpPr>
        <p:spPr>
          <a:xfrm>
            <a:off x="4701758" y="4303955"/>
            <a:ext cx="4442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2800" b="1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it-IT" sz="2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stimata: 31</a:t>
            </a:r>
            <a:endParaRPr lang="it-IT" sz="28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90565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384;p36">
            <a:extLst>
              <a:ext uri="{FF2B5EF4-FFF2-40B4-BE49-F238E27FC236}">
                <a16:creationId xmlns:a16="http://schemas.microsoft.com/office/drawing/2014/main" id="{91748BFA-3C2F-266D-4918-47379F8F64DD}"/>
              </a:ext>
            </a:extLst>
          </p:cNvPr>
          <p:cNvSpPr txBox="1">
            <a:spLocks/>
          </p:cNvSpPr>
          <p:nvPr/>
        </p:nvSpPr>
        <p:spPr>
          <a:xfrm>
            <a:off x="720000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Burndown</a:t>
            </a:r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9E5CD36-0424-3887-4FC9-A485A251272C}"/>
              </a:ext>
            </a:extLst>
          </p:cNvPr>
          <p:cNvSpPr txBox="1"/>
          <p:nvPr/>
        </p:nvSpPr>
        <p:spPr>
          <a:xfrm>
            <a:off x="6258560" y="1118110"/>
            <a:ext cx="301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it-IT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effettiva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B805E4-B779-0473-B5AE-41BF98A401D5}"/>
              </a:ext>
            </a:extLst>
          </p:cNvPr>
          <p:cNvSpPr txBox="1"/>
          <p:nvPr/>
        </p:nvSpPr>
        <p:spPr>
          <a:xfrm>
            <a:off x="6267360" y="1487442"/>
            <a:ext cx="287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it-IT" sz="1800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it-IT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stimata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3F418-A039-B301-DD0F-A8000B00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45" y="1118110"/>
            <a:ext cx="4386315" cy="372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66584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0F9CCF46-E8D9-2838-6BDE-21847B818FC2}"/>
              </a:ext>
            </a:extLst>
          </p:cNvPr>
          <p:cNvSpPr txBox="1">
            <a:spLocks/>
          </p:cNvSpPr>
          <p:nvPr/>
        </p:nvSpPr>
        <p:spPr>
          <a:xfrm>
            <a:off x="720000" y="-2457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7E832-AF05-DDDC-D7C3-F6137B8E9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72" y="653056"/>
            <a:ext cx="5747255" cy="4236828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>
          <a:extLst>
            <a:ext uri="{FF2B5EF4-FFF2-40B4-BE49-F238E27FC236}">
              <a16:creationId xmlns:a16="http://schemas.microsoft.com/office/drawing/2014/main" id="{4197A980-7663-6DED-B9FC-9CCE4621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4BD26A30-F37D-C537-8D4D-B240B2D67517}"/>
              </a:ext>
            </a:extLst>
          </p:cNvPr>
          <p:cNvSpPr txBox="1">
            <a:spLocks/>
          </p:cNvSpPr>
          <p:nvPr/>
        </p:nvSpPr>
        <p:spPr>
          <a:xfrm>
            <a:off x="720000" y="-1733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Lists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ACDBF-7368-948C-B1AC-64223905B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537" y="599115"/>
            <a:ext cx="4572925" cy="394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98893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>
          <a:extLst>
            <a:ext uri="{FF2B5EF4-FFF2-40B4-BE49-F238E27FC236}">
              <a16:creationId xmlns:a16="http://schemas.microsoft.com/office/drawing/2014/main" id="{BB9C3CDA-400B-5AA1-B9A2-7F00D56C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1D2A36E5-3BEB-BB54-0A37-648B09458CB9}"/>
              </a:ext>
            </a:extLst>
          </p:cNvPr>
          <p:cNvSpPr txBox="1">
            <a:spLocks/>
          </p:cNvSpPr>
          <p:nvPr/>
        </p:nvSpPr>
        <p:spPr>
          <a:xfrm>
            <a:off x="720000" y="-2457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802E8-AAAF-B83A-3FED-8A7EBDDB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092" y="869322"/>
            <a:ext cx="3333815" cy="34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82222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>
          <a:extLst>
            <a:ext uri="{FF2B5EF4-FFF2-40B4-BE49-F238E27FC236}">
              <a16:creationId xmlns:a16="http://schemas.microsoft.com/office/drawing/2014/main" id="{A143FA05-F24B-9752-1549-5A26EF75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695FB027-A81E-DE9F-689D-55DFB689BCA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2645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Controller – View +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B8680-3994-B58F-31F9-D9DF3937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525" y="572700"/>
            <a:ext cx="5034949" cy="43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72184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>
          <a:extLst>
            <a:ext uri="{FF2B5EF4-FFF2-40B4-BE49-F238E27FC236}">
              <a16:creationId xmlns:a16="http://schemas.microsoft.com/office/drawing/2014/main" id="{B363C832-D80E-4AD7-2DCD-4444B15D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4;p36">
            <a:extLst>
              <a:ext uri="{FF2B5EF4-FFF2-40B4-BE49-F238E27FC236}">
                <a16:creationId xmlns:a16="http://schemas.microsoft.com/office/drawing/2014/main" id="{22368DA0-E82E-CD2E-2EBB-A79532F428EF}"/>
              </a:ext>
            </a:extLst>
          </p:cNvPr>
          <p:cNvSpPr txBox="1">
            <a:spLocks/>
          </p:cNvSpPr>
          <p:nvPr/>
        </p:nvSpPr>
        <p:spPr>
          <a:xfrm>
            <a:off x="1793154" y="0"/>
            <a:ext cx="55576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Controller –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D044D-CAC0-AD95-AFBB-FC81C9FA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06" y="736130"/>
            <a:ext cx="6262187" cy="367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6935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36"/>
          <p:cNvSpPr txBox="1">
            <a:spLocks noGrp="1"/>
          </p:cNvSpPr>
          <p:nvPr>
            <p:ph type="title"/>
          </p:nvPr>
        </p:nvSpPr>
        <p:spPr>
          <a:xfrm>
            <a:off x="720000" y="1613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E46611-2E88-97BF-5A0A-53B5BA1D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963" y="1395078"/>
            <a:ext cx="8252074" cy="2919731"/>
          </a:xfrm>
        </p:spPr>
        <p:txBody>
          <a:bodyPr/>
          <a:lstStyle/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it-IT" sz="2800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Architettura Generale + Service</a:t>
            </a:r>
            <a:endParaRPr lang="it-IT" sz="2800" strike="sngStrike" dirty="0"/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it-IT" sz="2800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play / pause </a:t>
            </a:r>
            <a:endParaRPr lang="it-IT" sz="1400" strike="sngStrike" dirty="0"/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it-IT" sz="1400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classi </a:t>
            </a:r>
            <a:r>
              <a:rPr lang="it-IT" sz="2800" strike="sngStrik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TrackList</a:t>
            </a:r>
            <a:r>
              <a:rPr lang="it-IT" sz="2800" strike="sng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2800" strike="sngStrik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PlaylistList</a:t>
            </a:r>
            <a:endParaRPr lang="it-IT" sz="1400" strike="sngStrike" dirty="0"/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sincronizzazione Playlist-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TrackList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/>
              <a:t>✓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 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la sequenza di riproduzione </a:t>
            </a:r>
            <a:r>
              <a:rPr lang="it-IT" sz="2800" dirty="0"/>
              <a:t>✓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shuffle / loop / 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/>
              <a:t>✓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it-IT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/>
              <a:t>✓</a:t>
            </a:r>
            <a:endParaRPr lang="it-I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buFont typeface="Wingdings" panose="05000000000000000000" pitchFamily="2" charset="2"/>
              <a:buChar char="v"/>
            </a:pP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C2CE7F-9DE8-BA20-5B82-F765B97C8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4507" y="1459800"/>
            <a:ext cx="5474986" cy="2223900"/>
          </a:xfrm>
        </p:spPr>
        <p:txBody>
          <a:bodyPr/>
          <a:lstStyle/>
          <a:p>
            <a:r>
              <a:rPr lang="it-IT" dirty="0"/>
              <a:t>E ORA MOSTRIAMO LA DEMO</a:t>
            </a:r>
          </a:p>
        </p:txBody>
      </p:sp>
    </p:spTree>
    <p:extLst>
      <p:ext uri="{BB962C8B-B14F-4D97-AF65-F5344CB8AC3E}">
        <p14:creationId xmlns:p14="http://schemas.microsoft.com/office/powerpoint/2010/main" val="3204975606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Art Subject for Pre-K: Dance by Slidesgo">
  <a:themeElements>
    <a:clrScheme name="Simple Light">
      <a:dk1>
        <a:srgbClr val="5A5A5A"/>
      </a:dk1>
      <a:lt1>
        <a:srgbClr val="FFF8F3"/>
      </a:lt1>
      <a:dk2>
        <a:srgbClr val="A9D3FF"/>
      </a:dk2>
      <a:lt2>
        <a:srgbClr val="FFAC95"/>
      </a:lt2>
      <a:accent1>
        <a:srgbClr val="FDBC00"/>
      </a:accent1>
      <a:accent2>
        <a:srgbClr val="FF8D1F"/>
      </a:accent2>
      <a:accent3>
        <a:srgbClr val="FF6033"/>
      </a:accent3>
      <a:accent4>
        <a:srgbClr val="4B98EA"/>
      </a:accent4>
      <a:accent5>
        <a:srgbClr val="FFFFFF"/>
      </a:accent5>
      <a:accent6>
        <a:srgbClr val="FFFFFF"/>
      </a:accent6>
      <a:hlink>
        <a:srgbClr val="5A5A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244</Words>
  <Application>Microsoft Office PowerPoint</Application>
  <PresentationFormat>Presentazione su schermo (16:9)</PresentationFormat>
  <Paragraphs>52</Paragraphs>
  <Slides>12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1" baseType="lpstr">
      <vt:lpstr>Wingdings</vt:lpstr>
      <vt:lpstr>Bebas Neue</vt:lpstr>
      <vt:lpstr>Nunito</vt:lpstr>
      <vt:lpstr>Times New Roman</vt:lpstr>
      <vt:lpstr>Roboto Condensed Light</vt:lpstr>
      <vt:lpstr>Fredoka One</vt:lpstr>
      <vt:lpstr>Arial</vt:lpstr>
      <vt:lpstr>Courier New</vt:lpstr>
      <vt:lpstr>Art Subject for Pre-K: Dance by Slidesgo</vt:lpstr>
      <vt:lpstr>Music Playlist  Manager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Design Patterns</vt:lpstr>
      <vt:lpstr>E ORA MOSTRIAMO LA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 Manager</dc:title>
  <dc:creator>Filomena Alfano</dc:creator>
  <cp:lastModifiedBy>Filomena Alfano</cp:lastModifiedBy>
  <cp:revision>22</cp:revision>
  <dcterms:modified xsi:type="dcterms:W3CDTF">2026-06-11T08:19:00Z</dcterms:modified>
</cp:coreProperties>
</file>